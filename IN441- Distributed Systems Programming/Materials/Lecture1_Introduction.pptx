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400" r:id="rId2"/>
    <p:sldId id="402" r:id="rId3"/>
    <p:sldId id="403" r:id="rId4"/>
    <p:sldId id="404" r:id="rId5"/>
    <p:sldId id="391" r:id="rId6"/>
    <p:sldId id="392" r:id="rId7"/>
    <p:sldId id="393" r:id="rId8"/>
    <p:sldId id="405" r:id="rId9"/>
    <p:sldId id="406" r:id="rId10"/>
    <p:sldId id="408" r:id="rId11"/>
    <p:sldId id="409" r:id="rId12"/>
    <p:sldId id="410" r:id="rId13"/>
    <p:sldId id="411" r:id="rId14"/>
    <p:sldId id="412" r:id="rId15"/>
    <p:sldId id="399" r:id="rId16"/>
    <p:sldId id="266" r:id="rId17"/>
    <p:sldId id="268" r:id="rId18"/>
    <p:sldId id="269" r:id="rId19"/>
    <p:sldId id="378" r:id="rId20"/>
    <p:sldId id="271" r:id="rId21"/>
    <p:sldId id="396" r:id="rId22"/>
    <p:sldId id="380" r:id="rId23"/>
    <p:sldId id="381" r:id="rId24"/>
    <p:sldId id="415" r:id="rId25"/>
    <p:sldId id="414" r:id="rId26"/>
    <p:sldId id="416" r:id="rId27"/>
    <p:sldId id="417" r:id="rId28"/>
    <p:sldId id="418" r:id="rId29"/>
    <p:sldId id="419" r:id="rId30"/>
    <p:sldId id="420" r:id="rId31"/>
    <p:sldId id="421" r:id="rId32"/>
    <p:sldId id="422" r:id="rId33"/>
    <p:sldId id="423" r:id="rId34"/>
    <p:sldId id="424" r:id="rId35"/>
  </p:sldIdLst>
  <p:sldSz cx="9144000" cy="5715000" type="screen16x1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69" autoAdjust="0"/>
  </p:normalViewPr>
  <p:slideViewPr>
    <p:cSldViewPr>
      <p:cViewPr varScale="1">
        <p:scale>
          <a:sx n="99" d="100"/>
          <a:sy n="99" d="100"/>
        </p:scale>
        <p:origin x="994" y="82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4657B8-ADA0-4B36-885B-22A20DF0DF2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E63B00-F28A-4250-80FB-BA1874E3DDD5}">
      <dgm:prSet phldrT="[Text]" custT="1"/>
      <dgm:spPr/>
      <dgm:t>
        <a:bodyPr/>
        <a:lstStyle/>
        <a:p>
          <a:pPr algn="ctr"/>
          <a:r>
            <a:rPr lang="fr-FR" sz="32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 - General  introduction </a:t>
          </a:r>
          <a:endParaRPr lang="en-US" sz="32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A077C9F4-9C77-47FD-A96F-D8E8B47B9DC3}" type="parTrans" cxnId="{65B2EAA6-E9A4-4E5C-A730-702E44D1DFB9}">
      <dgm:prSet/>
      <dgm:spPr/>
      <dgm:t>
        <a:bodyPr/>
        <a:lstStyle/>
        <a:p>
          <a:endParaRPr lang="en-US"/>
        </a:p>
      </dgm:t>
    </dgm:pt>
    <dgm:pt modelId="{80EC805B-99F0-4414-8552-58E01A2DC371}" type="sibTrans" cxnId="{65B2EAA6-E9A4-4E5C-A730-702E44D1DFB9}">
      <dgm:prSet/>
      <dgm:spPr/>
      <dgm:t>
        <a:bodyPr/>
        <a:lstStyle/>
        <a:p>
          <a:endParaRPr lang="en-US"/>
        </a:p>
      </dgm:t>
    </dgm:pt>
    <dgm:pt modelId="{06BE1798-5E07-45C5-B7AF-5D8BC2882D64}">
      <dgm:prSet phldrT="[Text]" custT="1"/>
      <dgm:spPr/>
      <dgm:t>
        <a:bodyPr/>
        <a:lstStyle/>
        <a:p>
          <a:pPr algn="ctr"/>
          <a:r>
            <a:rPr lang="fr-FR" sz="32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II - Distributed </a:t>
          </a:r>
          <a:r>
            <a:rPr lang="fr-FR" sz="3200" b="1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programming</a:t>
          </a:r>
          <a:endParaRPr lang="en-US" sz="32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4456154F-2AA3-4041-B1F1-4134C069BAF9}" type="parTrans" cxnId="{D63C5B8B-B144-4462-BC46-B4A8B6CF456F}">
      <dgm:prSet/>
      <dgm:spPr/>
      <dgm:t>
        <a:bodyPr/>
        <a:lstStyle/>
        <a:p>
          <a:endParaRPr lang="en-US"/>
        </a:p>
      </dgm:t>
    </dgm:pt>
    <dgm:pt modelId="{85477277-3A43-4EDF-90BF-1A2CC34BB63F}" type="sibTrans" cxnId="{D63C5B8B-B144-4462-BC46-B4A8B6CF456F}">
      <dgm:prSet/>
      <dgm:spPr/>
      <dgm:t>
        <a:bodyPr/>
        <a:lstStyle/>
        <a:p>
          <a:endParaRPr lang="en-US"/>
        </a:p>
      </dgm:t>
    </dgm:pt>
    <dgm:pt modelId="{22A5B5BE-95AD-4A77-A8E8-852E38116730}">
      <dgm:prSet phldrT="[Text]" custT="1"/>
      <dgm:spPr/>
      <dgm:t>
        <a:bodyPr/>
        <a:lstStyle/>
        <a:p>
          <a:pPr algn="ctr"/>
          <a:r>
            <a:rPr lang="fr-FR" sz="28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III - </a:t>
          </a:r>
          <a:r>
            <a:rPr lang="en-US" sz="2800" b="1" dirty="0" smtClean="0">
              <a:solidFill>
                <a:schemeClr val="bg1"/>
              </a:solidFill>
              <a:latin typeface="Times New Roman" pitchFamily="18" charset="0"/>
              <a:ea typeface="+mn-ea"/>
              <a:cs typeface="Times New Roman" pitchFamily="18" charset="0"/>
            </a:rPr>
            <a:t>Client-Server applications in the internet</a:t>
          </a:r>
          <a:endParaRPr lang="en-US" sz="2800" dirty="0">
            <a:solidFill>
              <a:schemeClr val="bg1"/>
            </a:solidFill>
          </a:endParaRPr>
        </a:p>
      </dgm:t>
    </dgm:pt>
    <dgm:pt modelId="{B4DF1380-7E0D-42A5-90FF-B284B922C960}" type="parTrans" cxnId="{14D885C2-C656-4005-8852-67D7987D07C3}">
      <dgm:prSet/>
      <dgm:spPr/>
      <dgm:t>
        <a:bodyPr/>
        <a:lstStyle/>
        <a:p>
          <a:endParaRPr lang="en-US"/>
        </a:p>
      </dgm:t>
    </dgm:pt>
    <dgm:pt modelId="{CBBF80B5-DEBF-424E-B5A5-35A5BD243A51}" type="sibTrans" cxnId="{14D885C2-C656-4005-8852-67D7987D07C3}">
      <dgm:prSet/>
      <dgm:spPr/>
      <dgm:t>
        <a:bodyPr/>
        <a:lstStyle/>
        <a:p>
          <a:endParaRPr lang="en-US"/>
        </a:p>
      </dgm:t>
    </dgm:pt>
    <dgm:pt modelId="{5CA855BF-1407-410D-A5B1-8EC663C336AC}" type="pres">
      <dgm:prSet presAssocID="{4E4657B8-ADA0-4B36-885B-22A20DF0DF24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9D0B391-014F-42B1-B608-9EEC94E7EC4F}" type="pres">
      <dgm:prSet presAssocID="{4E4657B8-ADA0-4B36-885B-22A20DF0DF24}" presName="dummyMaxCanvas" presStyleCnt="0">
        <dgm:presLayoutVars/>
      </dgm:prSet>
      <dgm:spPr/>
    </dgm:pt>
    <dgm:pt modelId="{6DB39527-2525-4AB9-93C7-BF9E73CC4618}" type="pres">
      <dgm:prSet presAssocID="{4E4657B8-ADA0-4B36-885B-22A20DF0DF24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73D99A-E438-4A28-8FBC-D153892C1CDA}" type="pres">
      <dgm:prSet presAssocID="{4E4657B8-ADA0-4B36-885B-22A20DF0DF24}" presName="ThreeNodes_2" presStyleLbl="node1" presStyleIdx="1" presStyleCnt="3" custScaleX="11323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382862-0E80-4BBB-A71D-2C946A7530FE}" type="pres">
      <dgm:prSet presAssocID="{4E4657B8-ADA0-4B36-885B-22A20DF0DF24}" presName="ThreeNodes_3" presStyleLbl="node1" presStyleIdx="2" presStyleCnt="3" custScaleX="1123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93B5D8-BD74-4BB7-A4E7-1C7CB62089DB}" type="pres">
      <dgm:prSet presAssocID="{4E4657B8-ADA0-4B36-885B-22A20DF0DF24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9B97FF-909F-454A-B49A-EB44B3AEF09A}" type="pres">
      <dgm:prSet presAssocID="{4E4657B8-ADA0-4B36-885B-22A20DF0DF24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17539C-B822-4E28-91D1-859CC457E736}" type="pres">
      <dgm:prSet presAssocID="{4E4657B8-ADA0-4B36-885B-22A20DF0DF24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2F420A-5380-4988-ABF0-2506F64B033E}" type="pres">
      <dgm:prSet presAssocID="{4E4657B8-ADA0-4B36-885B-22A20DF0DF24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5B415B-B1E2-461F-B259-2044A79B078D}" type="pres">
      <dgm:prSet presAssocID="{4E4657B8-ADA0-4B36-885B-22A20DF0DF24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A97E5E6-D3B9-499C-9BC9-6B27F29D3B6C}" type="presOf" srcId="{4E4657B8-ADA0-4B36-885B-22A20DF0DF24}" destId="{5CA855BF-1407-410D-A5B1-8EC663C336AC}" srcOrd="0" destOrd="0" presId="urn:microsoft.com/office/officeart/2005/8/layout/vProcess5"/>
    <dgm:cxn modelId="{724ED4A8-A0C4-434F-ADA8-B7CA046505CE}" type="presOf" srcId="{06BE1798-5E07-45C5-B7AF-5D8BC2882D64}" destId="{162F420A-5380-4988-ABF0-2506F64B033E}" srcOrd="1" destOrd="0" presId="urn:microsoft.com/office/officeart/2005/8/layout/vProcess5"/>
    <dgm:cxn modelId="{A5273C04-0ACC-4D88-AF3D-7C8BAC8F71C0}" type="presOf" srcId="{06BE1798-5E07-45C5-B7AF-5D8BC2882D64}" destId="{B473D99A-E438-4A28-8FBC-D153892C1CDA}" srcOrd="0" destOrd="0" presId="urn:microsoft.com/office/officeart/2005/8/layout/vProcess5"/>
    <dgm:cxn modelId="{B246BC9E-D999-4C8D-B6D3-5233AC459549}" type="presOf" srcId="{80EC805B-99F0-4414-8552-58E01A2DC371}" destId="{1593B5D8-BD74-4BB7-A4E7-1C7CB62089DB}" srcOrd="0" destOrd="0" presId="urn:microsoft.com/office/officeart/2005/8/layout/vProcess5"/>
    <dgm:cxn modelId="{16BDE066-ABF4-4A77-8E00-0BA7AA975C0A}" type="presOf" srcId="{B0E63B00-F28A-4250-80FB-BA1874E3DDD5}" destId="{6DB39527-2525-4AB9-93C7-BF9E73CC4618}" srcOrd="0" destOrd="0" presId="urn:microsoft.com/office/officeart/2005/8/layout/vProcess5"/>
    <dgm:cxn modelId="{37FDB1C5-B5C0-4016-BD77-F2462F0CBF33}" type="presOf" srcId="{B0E63B00-F28A-4250-80FB-BA1874E3DDD5}" destId="{9717539C-B822-4E28-91D1-859CC457E736}" srcOrd="1" destOrd="0" presId="urn:microsoft.com/office/officeart/2005/8/layout/vProcess5"/>
    <dgm:cxn modelId="{CE6405A9-CE25-425F-9375-B688AC860FC1}" type="presOf" srcId="{22A5B5BE-95AD-4A77-A8E8-852E38116730}" destId="{3D382862-0E80-4BBB-A71D-2C946A7530FE}" srcOrd="0" destOrd="0" presId="urn:microsoft.com/office/officeart/2005/8/layout/vProcess5"/>
    <dgm:cxn modelId="{14D885C2-C656-4005-8852-67D7987D07C3}" srcId="{4E4657B8-ADA0-4B36-885B-22A20DF0DF24}" destId="{22A5B5BE-95AD-4A77-A8E8-852E38116730}" srcOrd="2" destOrd="0" parTransId="{B4DF1380-7E0D-42A5-90FF-B284B922C960}" sibTransId="{CBBF80B5-DEBF-424E-B5A5-35A5BD243A51}"/>
    <dgm:cxn modelId="{8768DF6E-7962-46C4-BEAC-F4898531C59B}" type="presOf" srcId="{85477277-3A43-4EDF-90BF-1A2CC34BB63F}" destId="{2C9B97FF-909F-454A-B49A-EB44B3AEF09A}" srcOrd="0" destOrd="0" presId="urn:microsoft.com/office/officeart/2005/8/layout/vProcess5"/>
    <dgm:cxn modelId="{65B2EAA6-E9A4-4E5C-A730-702E44D1DFB9}" srcId="{4E4657B8-ADA0-4B36-885B-22A20DF0DF24}" destId="{B0E63B00-F28A-4250-80FB-BA1874E3DDD5}" srcOrd="0" destOrd="0" parTransId="{A077C9F4-9C77-47FD-A96F-D8E8B47B9DC3}" sibTransId="{80EC805B-99F0-4414-8552-58E01A2DC371}"/>
    <dgm:cxn modelId="{D63C5B8B-B144-4462-BC46-B4A8B6CF456F}" srcId="{4E4657B8-ADA0-4B36-885B-22A20DF0DF24}" destId="{06BE1798-5E07-45C5-B7AF-5D8BC2882D64}" srcOrd="1" destOrd="0" parTransId="{4456154F-2AA3-4041-B1F1-4134C069BAF9}" sibTransId="{85477277-3A43-4EDF-90BF-1A2CC34BB63F}"/>
    <dgm:cxn modelId="{67590E39-D446-4CD0-AC24-32C13DDF2206}" type="presOf" srcId="{22A5B5BE-95AD-4A77-A8E8-852E38116730}" destId="{565B415B-B1E2-461F-B259-2044A79B078D}" srcOrd="1" destOrd="0" presId="urn:microsoft.com/office/officeart/2005/8/layout/vProcess5"/>
    <dgm:cxn modelId="{C9AA4910-BC07-482C-8E31-A8783EA3BD72}" type="presParOf" srcId="{5CA855BF-1407-410D-A5B1-8EC663C336AC}" destId="{29D0B391-014F-42B1-B608-9EEC94E7EC4F}" srcOrd="0" destOrd="0" presId="urn:microsoft.com/office/officeart/2005/8/layout/vProcess5"/>
    <dgm:cxn modelId="{51DEFCEC-8A38-4564-A65E-34CA7B94F165}" type="presParOf" srcId="{5CA855BF-1407-410D-A5B1-8EC663C336AC}" destId="{6DB39527-2525-4AB9-93C7-BF9E73CC4618}" srcOrd="1" destOrd="0" presId="urn:microsoft.com/office/officeart/2005/8/layout/vProcess5"/>
    <dgm:cxn modelId="{2FE4AC16-054C-41B6-9E91-8EBF673F8F09}" type="presParOf" srcId="{5CA855BF-1407-410D-A5B1-8EC663C336AC}" destId="{B473D99A-E438-4A28-8FBC-D153892C1CDA}" srcOrd="2" destOrd="0" presId="urn:microsoft.com/office/officeart/2005/8/layout/vProcess5"/>
    <dgm:cxn modelId="{5176C95E-3496-4255-AD05-860AE58CF5EC}" type="presParOf" srcId="{5CA855BF-1407-410D-A5B1-8EC663C336AC}" destId="{3D382862-0E80-4BBB-A71D-2C946A7530FE}" srcOrd="3" destOrd="0" presId="urn:microsoft.com/office/officeart/2005/8/layout/vProcess5"/>
    <dgm:cxn modelId="{1516A16A-ED1F-4A8B-8969-0B9793C1D22B}" type="presParOf" srcId="{5CA855BF-1407-410D-A5B1-8EC663C336AC}" destId="{1593B5D8-BD74-4BB7-A4E7-1C7CB62089DB}" srcOrd="4" destOrd="0" presId="urn:microsoft.com/office/officeart/2005/8/layout/vProcess5"/>
    <dgm:cxn modelId="{1833273F-3F71-4734-A670-E67F98F97D2D}" type="presParOf" srcId="{5CA855BF-1407-410D-A5B1-8EC663C336AC}" destId="{2C9B97FF-909F-454A-B49A-EB44B3AEF09A}" srcOrd="5" destOrd="0" presId="urn:microsoft.com/office/officeart/2005/8/layout/vProcess5"/>
    <dgm:cxn modelId="{6D6E2C89-CE5B-4A63-A06A-3587A4740F0F}" type="presParOf" srcId="{5CA855BF-1407-410D-A5B1-8EC663C336AC}" destId="{9717539C-B822-4E28-91D1-859CC457E736}" srcOrd="6" destOrd="0" presId="urn:microsoft.com/office/officeart/2005/8/layout/vProcess5"/>
    <dgm:cxn modelId="{B9FAC563-CAC0-4E5F-B7B9-DE5A8DC99DFD}" type="presParOf" srcId="{5CA855BF-1407-410D-A5B1-8EC663C336AC}" destId="{162F420A-5380-4988-ABF0-2506F64B033E}" srcOrd="7" destOrd="0" presId="urn:microsoft.com/office/officeart/2005/8/layout/vProcess5"/>
    <dgm:cxn modelId="{803C049B-2824-4506-B6ED-C9F0B219B8CD}" type="presParOf" srcId="{5CA855BF-1407-410D-A5B1-8EC663C336AC}" destId="{565B415B-B1E2-461F-B259-2044A79B078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39527-2525-4AB9-93C7-BF9E73CC4618}">
      <dsp:nvSpPr>
        <dsp:cNvPr id="0" name=""/>
        <dsp:cNvSpPr/>
      </dsp:nvSpPr>
      <dsp:spPr>
        <a:xfrm>
          <a:off x="-216010" y="0"/>
          <a:ext cx="6995160" cy="1131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 - General  introduction </a:t>
          </a:r>
          <a:endParaRPr lang="en-US" sz="32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-182867" y="33143"/>
        <a:ext cx="5774106" cy="1065284"/>
      </dsp:txXfrm>
    </dsp:sp>
    <dsp:sp modelId="{B473D99A-E438-4A28-8FBC-D153892C1CDA}">
      <dsp:nvSpPr>
        <dsp:cNvPr id="0" name=""/>
        <dsp:cNvSpPr/>
      </dsp:nvSpPr>
      <dsp:spPr>
        <a:xfrm>
          <a:off x="-61660" y="1320165"/>
          <a:ext cx="7920899" cy="1131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II - Distributed </a:t>
          </a:r>
          <a:r>
            <a:rPr lang="fr-FR" sz="3200" b="1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programming</a:t>
          </a:r>
          <a:endParaRPr lang="en-US" sz="32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-28517" y="1353308"/>
        <a:ext cx="6322851" cy="1065284"/>
      </dsp:txXfrm>
    </dsp:sp>
    <dsp:sp modelId="{3D382862-0E80-4BBB-A71D-2C946A7530FE}">
      <dsp:nvSpPr>
        <dsp:cNvPr id="0" name=""/>
        <dsp:cNvSpPr/>
      </dsp:nvSpPr>
      <dsp:spPr>
        <a:xfrm>
          <a:off x="586408" y="2640330"/>
          <a:ext cx="7859202" cy="1131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8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III - </a:t>
          </a:r>
          <a:r>
            <a:rPr lang="en-US" sz="2800" b="1" kern="1200" dirty="0" smtClean="0">
              <a:solidFill>
                <a:schemeClr val="bg1"/>
              </a:solidFill>
              <a:latin typeface="Times New Roman" pitchFamily="18" charset="0"/>
              <a:ea typeface="+mn-ea"/>
              <a:cs typeface="Times New Roman" pitchFamily="18" charset="0"/>
            </a:rPr>
            <a:t>Client-Server applications in the internet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619551" y="2673473"/>
        <a:ext cx="6273085" cy="1065284"/>
      </dsp:txXfrm>
    </dsp:sp>
    <dsp:sp modelId="{1593B5D8-BD74-4BB7-A4E7-1C7CB62089DB}">
      <dsp:nvSpPr>
        <dsp:cNvPr id="0" name=""/>
        <dsp:cNvSpPr/>
      </dsp:nvSpPr>
      <dsp:spPr>
        <a:xfrm>
          <a:off x="6043628" y="858107"/>
          <a:ext cx="735520" cy="73552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300" kern="1200"/>
        </a:p>
      </dsp:txBody>
      <dsp:txXfrm>
        <a:off x="6209120" y="858107"/>
        <a:ext cx="404536" cy="553479"/>
      </dsp:txXfrm>
    </dsp:sp>
    <dsp:sp modelId="{2C9B97FF-909F-454A-B49A-EB44B3AEF09A}">
      <dsp:nvSpPr>
        <dsp:cNvPr id="0" name=""/>
        <dsp:cNvSpPr/>
      </dsp:nvSpPr>
      <dsp:spPr>
        <a:xfrm>
          <a:off x="6660848" y="2170728"/>
          <a:ext cx="735520" cy="73552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300" kern="1200"/>
        </a:p>
      </dsp:txBody>
      <dsp:txXfrm>
        <a:off x="6826340" y="2170728"/>
        <a:ext cx="404536" cy="5534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 dirty="0" smtClean="0"/>
              <a:t>Les applications Client-Serveur</a:t>
            </a:r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16A86-AA20-4B9F-9FB0-CF07D7ED7B17}" type="datetimeFigureOut">
              <a:rPr lang="fr-FR" smtClean="0"/>
              <a:pPr/>
              <a:t>09/06/2023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dirty="0" smtClean="0"/>
              <a:t>Cours Client-Serveur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01941-109F-47A3-8A6E-D9F61BEE009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15984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 dirty="0" smtClean="0"/>
              <a:t>Les applications Client-Serveur</a:t>
            </a:r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A3DB0-8219-4A95-B6E7-0F0188B01709}" type="datetimeFigureOut">
              <a:rPr lang="fr-FR" smtClean="0"/>
              <a:pPr/>
              <a:t>09/06/2023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dirty="0" smtClean="0"/>
              <a:t>Cours Client-Serveur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7C636-A63A-426C-BA0B-C5171E5CB95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5607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35727" indent="-282279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32118" indent="-226725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84065" indent="-225222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037512" indent="-226725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69939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902366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34793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67220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C8841E9-C0D7-4539-8803-6D53247E4F42}" type="slidenum">
              <a:rPr lang="en-US" sz="1200"/>
              <a:pPr/>
              <a:t>2</a:t>
            </a:fld>
            <a:endParaRPr lang="en-US" sz="120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61755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35727" indent="-282279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32118" indent="-226725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84065" indent="-225222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037512" indent="-226725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69939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902366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34793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67220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44950CA-B235-48F7-BE0E-E226DF939413}" type="slidenum">
              <a:rPr lang="en-US" sz="1200"/>
              <a:pPr/>
              <a:t>3</a:t>
            </a:fld>
            <a:endParaRPr lang="en-US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 dirty="0">
                <a:solidFill>
                  <a:srgbClr val="FF0000"/>
                </a:solidFill>
              </a:rPr>
              <a:t>presentation:</a:t>
            </a:r>
            <a:r>
              <a:rPr lang="en-US" dirty="0"/>
              <a:t> allow applications to interpret meaning of data, e.g., encryption, compression, machine-specific conventions</a:t>
            </a: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 dirty="0">
                <a:solidFill>
                  <a:srgbClr val="FF0000"/>
                </a:solidFill>
              </a:rPr>
              <a:t>session:</a:t>
            </a:r>
            <a:r>
              <a:rPr lang="en-US" dirty="0"/>
              <a:t> synchronization, </a:t>
            </a:r>
            <a:r>
              <a:rPr lang="en-US" dirty="0" err="1"/>
              <a:t>checkpointing</a:t>
            </a:r>
            <a:r>
              <a:rPr lang="en-US" dirty="0"/>
              <a:t>, recovery of data exchange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28445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35727" indent="-282279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32118" indent="-226725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84065" indent="-225222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037512" indent="-226725" defTabSz="914403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69939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902366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34793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67220" indent="-226725" defTabSz="91440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9144FBE-2A9E-4E85-9D1D-FDCE6E117064}" type="slidenum">
              <a:rPr lang="en-US" sz="1200"/>
              <a:pPr/>
              <a:t>4</a:t>
            </a:fld>
            <a:endParaRPr lang="en-US" sz="120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17158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0500"/>
            <a:ext cx="7772400" cy="9525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333500"/>
            <a:ext cx="3810000" cy="3873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333500"/>
            <a:ext cx="3810000" cy="3873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2: Application Layer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732D2-6BC2-470F-B271-CE319FC97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22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0500"/>
            <a:ext cx="7772400" cy="9525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333500"/>
            <a:ext cx="3810000" cy="3873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333500"/>
            <a:ext cx="3810000" cy="3873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2: Application Layer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B8884-82AE-4B2B-8206-397833A28E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8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F3BEE-A826-4460-8228-E9BDBD29F2DC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11.bin"/><Relationship Id="rId3" Type="http://schemas.openxmlformats.org/officeDocument/2006/relationships/image" Target="../media/image5.wmf"/><Relationship Id="rId21" Type="http://schemas.openxmlformats.org/officeDocument/2006/relationships/image" Target="../media/image7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3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8.bin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3.bin"/><Relationship Id="rId1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19.bin"/><Relationship Id="rId18" Type="http://schemas.openxmlformats.org/officeDocument/2006/relationships/oleObject" Target="../embeddings/oleObject24.bin"/><Relationship Id="rId3" Type="http://schemas.openxmlformats.org/officeDocument/2006/relationships/image" Target="../media/image5.wmf"/><Relationship Id="rId21" Type="http://schemas.openxmlformats.org/officeDocument/2006/relationships/image" Target="../media/image7.png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6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21.bin"/><Relationship Id="rId10" Type="http://schemas.openxmlformats.org/officeDocument/2006/relationships/oleObject" Target="../embeddings/oleObject17.bin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16.bin"/><Relationship Id="rId14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pic>
        <p:nvPicPr>
          <p:cNvPr id="12" name="Content Placeholder 11" descr="client-serveur 0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08496" y="1814800"/>
            <a:ext cx="8167960" cy="3900201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190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75" y="107157"/>
            <a:ext cx="7772400" cy="952500"/>
          </a:xfrm>
        </p:spPr>
        <p:txBody>
          <a:bodyPr/>
          <a:lstStyle/>
          <a:p>
            <a:r>
              <a:rPr lang="en-US" smtClean="0">
                <a:solidFill>
                  <a:srgbClr val="000099"/>
                </a:solidFill>
              </a:rPr>
              <a:t>Protocol “Layers”</a:t>
            </a:r>
          </a:p>
        </p:txBody>
      </p:sp>
      <p:sp>
        <p:nvSpPr>
          <p:cNvPr id="788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143000"/>
            <a:ext cx="3581400" cy="38735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z="2400" i="1" smtClean="0">
                <a:solidFill>
                  <a:srgbClr val="FF0000"/>
                </a:solidFill>
              </a:rPr>
              <a:t>Networks are complex,</a:t>
            </a:r>
          </a:p>
          <a:p>
            <a:pPr>
              <a:buFont typeface="Wingdings" pitchFamily="2" charset="2"/>
              <a:buNone/>
            </a:pPr>
            <a:r>
              <a:rPr lang="en-US" sz="2400" i="1" smtClean="0">
                <a:solidFill>
                  <a:srgbClr val="FF0000"/>
                </a:solidFill>
              </a:rPr>
              <a:t>with many “pieces”:</a:t>
            </a:r>
          </a:p>
          <a:p>
            <a:pPr lvl="1"/>
            <a:r>
              <a:rPr lang="en-US" smtClean="0"/>
              <a:t>hosts</a:t>
            </a:r>
          </a:p>
          <a:p>
            <a:pPr lvl="1"/>
            <a:r>
              <a:rPr lang="en-US" smtClean="0"/>
              <a:t>routers</a:t>
            </a:r>
          </a:p>
          <a:p>
            <a:pPr lvl="1"/>
            <a:r>
              <a:rPr lang="en-US" smtClean="0"/>
              <a:t>links of various media</a:t>
            </a:r>
          </a:p>
          <a:p>
            <a:pPr lvl="1"/>
            <a:r>
              <a:rPr lang="en-US" smtClean="0"/>
              <a:t>applications</a:t>
            </a:r>
          </a:p>
          <a:p>
            <a:pPr lvl="1"/>
            <a:r>
              <a:rPr lang="en-US" smtClean="0"/>
              <a:t>protocols</a:t>
            </a:r>
          </a:p>
          <a:p>
            <a:pPr lvl="1"/>
            <a:r>
              <a:rPr lang="en-US" smtClean="0"/>
              <a:t>hardware, software</a:t>
            </a:r>
            <a:endParaRPr lang="en-US" sz="2000" smtClean="0"/>
          </a:p>
        </p:txBody>
      </p:sp>
      <p:sp>
        <p:nvSpPr>
          <p:cNvPr id="7885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52950" y="1889125"/>
            <a:ext cx="3943350" cy="2182813"/>
          </a:xfrm>
        </p:spPr>
        <p:txBody>
          <a:bodyPr>
            <a:normAutofit fontScale="92500" lnSpcReduction="10000"/>
          </a:bodyPr>
          <a:lstStyle/>
          <a:p>
            <a:pPr algn="ctr">
              <a:buFont typeface="Wingdings" pitchFamily="2" charset="2"/>
              <a:buNone/>
            </a:pPr>
            <a:r>
              <a:rPr lang="en-US" u="sng" smtClean="0">
                <a:solidFill>
                  <a:srgbClr val="FF0000"/>
                </a:solidFill>
              </a:rPr>
              <a:t>Question:</a:t>
            </a:r>
            <a:r>
              <a:rPr lang="en-US" sz="2400" u="sng" smtClean="0">
                <a:solidFill>
                  <a:srgbClr val="FF0000"/>
                </a:solidFill>
              </a:rPr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sz="2400" smtClean="0"/>
              <a:t>Is there any hope of </a:t>
            </a:r>
            <a:r>
              <a:rPr lang="en-US" sz="2400" i="1" smtClean="0"/>
              <a:t>organizing</a:t>
            </a:r>
            <a:r>
              <a:rPr lang="en-US" sz="2400" smtClean="0"/>
              <a:t> structure of network?</a:t>
            </a:r>
          </a:p>
          <a:p>
            <a:pPr algn="ctr">
              <a:buFont typeface="Wingdings" pitchFamily="2" charset="2"/>
              <a:buNone/>
            </a:pPr>
            <a:endParaRPr lang="en-US" sz="2400" smtClean="0"/>
          </a:p>
          <a:p>
            <a:pPr algn="ctr">
              <a:buFont typeface="Wingdings" pitchFamily="2" charset="2"/>
              <a:buNone/>
            </a:pPr>
            <a:r>
              <a:rPr lang="en-US" sz="2400" smtClean="0"/>
              <a:t>Or at least our discussion of networks?</a:t>
            </a:r>
          </a:p>
        </p:txBody>
      </p:sp>
      <p:sp>
        <p:nvSpPr>
          <p:cNvPr id="6" name="Footer Placeholder 2"/>
          <p:cNvSpPr txBox="1">
            <a:spLocks noGrp="1"/>
          </p:cNvSpPr>
          <p:nvPr/>
        </p:nvSpPr>
        <p:spPr bwMode="auto">
          <a:xfrm>
            <a:off x="7596188" y="5441157"/>
            <a:ext cx="1452562" cy="238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r>
              <a:rPr lang="en-US" sz="1200">
                <a:latin typeface="Arial" charset="0"/>
              </a:rPr>
              <a:t> Introduction 1-</a:t>
            </a:r>
            <a:fld id="{F0FCE5FC-83FB-4D4D-832B-272A3D325C5E}" type="slidenum">
              <a:rPr lang="en-US" sz="1200">
                <a:latin typeface="Arial" charset="0"/>
              </a:rPr>
              <a:pPr algn="r"/>
              <a:t>2</a:t>
            </a:fld>
            <a:endParaRPr lang="en-US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40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99"/>
                </a:solidFill>
              </a:rPr>
              <a:t>Why layering?</a:t>
            </a: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1121833"/>
            <a:ext cx="7772400" cy="38735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Dealing with complex systems:</a:t>
            </a: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400" dirty="0" smtClean="0"/>
              <a:t>explicit structure allows identification, relationship of complex system’s pieces</a:t>
            </a:r>
            <a:endParaRPr lang="en-US" dirty="0" smtClean="0"/>
          </a:p>
          <a:p>
            <a:pPr lvl="1">
              <a:buClr>
                <a:srgbClr val="000099"/>
              </a:buClr>
              <a:buSzTx/>
              <a:buFont typeface="Wingdings" pitchFamily="2" charset="2"/>
              <a:buChar char="§"/>
            </a:pPr>
            <a:r>
              <a:rPr lang="en-US" dirty="0" smtClean="0"/>
              <a:t>Example: </a:t>
            </a:r>
            <a:r>
              <a:rPr lang="en-US" dirty="0" smtClean="0">
                <a:solidFill>
                  <a:srgbClr val="FF0000"/>
                </a:solidFill>
              </a:rPr>
              <a:t>OSI reference model.</a:t>
            </a:r>
            <a:endParaRPr lang="en-US" dirty="0" smtClean="0"/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400" dirty="0" smtClean="0"/>
              <a:t>modularization eases maintenance, updating </a:t>
            </a:r>
          </a:p>
          <a:p>
            <a:pPr marL="0" indent="0">
              <a:buClr>
                <a:srgbClr val="000099"/>
              </a:buClr>
              <a:buSzPct val="75000"/>
              <a:buNone/>
            </a:pPr>
            <a:r>
              <a:rPr lang="en-US" sz="2400" dirty="0" smtClean="0"/>
              <a:t>of system</a:t>
            </a:r>
          </a:p>
        </p:txBody>
      </p:sp>
      <p:sp>
        <p:nvSpPr>
          <p:cNvPr id="6" name="Footer Placeholder 2"/>
          <p:cNvSpPr txBox="1">
            <a:spLocks noGrp="1"/>
          </p:cNvSpPr>
          <p:nvPr/>
        </p:nvSpPr>
        <p:spPr bwMode="auto">
          <a:xfrm>
            <a:off x="7596188" y="5441157"/>
            <a:ext cx="1452562" cy="238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r>
              <a:rPr lang="en-US" sz="1200">
                <a:latin typeface="Arial" charset="0"/>
              </a:rPr>
              <a:t> Introduction 1-</a:t>
            </a:r>
            <a:fld id="{5FD4563F-EE7C-4F81-B026-6BC8CAE945C9}" type="slidenum">
              <a:rPr lang="en-US" sz="1200">
                <a:latin typeface="Arial" charset="0"/>
              </a:rPr>
              <a:pPr algn="r"/>
              <a:t>3</a:t>
            </a:fld>
            <a:endParaRPr lang="en-US" sz="1200">
              <a:latin typeface="Arial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7216204" y="2065412"/>
            <a:ext cx="1892300" cy="3530600"/>
          </a:xfrm>
          <a:prstGeom prst="rect">
            <a:avLst/>
          </a:prstGeom>
          <a:solidFill>
            <a:srgbClr val="000099"/>
          </a:solidFill>
          <a:ln w="3810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7113017" y="2113037"/>
            <a:ext cx="1892300" cy="3586163"/>
          </a:xfrm>
          <a:prstGeom prst="rect">
            <a:avLst/>
          </a:prstGeom>
          <a:solidFill>
            <a:schemeClr val="bg1"/>
          </a:solidFill>
          <a:ln w="3810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7068567" y="2252737"/>
            <a:ext cx="1982787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>
                <a:latin typeface="Comic Sans MS" pitchFamily="66" charset="0"/>
              </a:rPr>
              <a:t>application</a:t>
            </a:r>
          </a:p>
          <a:p>
            <a:pPr algn="ctr">
              <a:lnSpc>
                <a:spcPct val="70000"/>
              </a:lnSpc>
            </a:pPr>
            <a:endParaRPr lang="en-US">
              <a:latin typeface="Comic Sans MS" pitchFamily="66" charset="0"/>
            </a:endParaRPr>
          </a:p>
          <a:p>
            <a:pPr algn="ctr">
              <a:lnSpc>
                <a:spcPct val="70000"/>
              </a:lnSpc>
            </a:pPr>
            <a:r>
              <a:rPr lang="en-US">
                <a:latin typeface="Comic Sans MS" pitchFamily="66" charset="0"/>
              </a:rPr>
              <a:t>presentation</a:t>
            </a:r>
          </a:p>
          <a:p>
            <a:pPr algn="ctr">
              <a:lnSpc>
                <a:spcPct val="70000"/>
              </a:lnSpc>
            </a:pPr>
            <a:endParaRPr lang="en-US">
              <a:latin typeface="Comic Sans MS" pitchFamily="66" charset="0"/>
            </a:endParaRPr>
          </a:p>
          <a:p>
            <a:pPr algn="ctr">
              <a:lnSpc>
                <a:spcPct val="70000"/>
              </a:lnSpc>
            </a:pPr>
            <a:r>
              <a:rPr lang="en-US">
                <a:latin typeface="Comic Sans MS" pitchFamily="66" charset="0"/>
              </a:rPr>
              <a:t>session</a:t>
            </a:r>
          </a:p>
          <a:p>
            <a:pPr algn="ctr">
              <a:lnSpc>
                <a:spcPct val="70000"/>
              </a:lnSpc>
            </a:pPr>
            <a:endParaRPr lang="en-US">
              <a:latin typeface="Comic Sans MS" pitchFamily="66" charset="0"/>
            </a:endParaRPr>
          </a:p>
          <a:p>
            <a:pPr algn="ctr">
              <a:lnSpc>
                <a:spcPct val="70000"/>
              </a:lnSpc>
            </a:pPr>
            <a:r>
              <a:rPr lang="en-US">
                <a:latin typeface="Comic Sans MS" pitchFamily="66" charset="0"/>
              </a:rPr>
              <a:t>transport</a:t>
            </a:r>
          </a:p>
          <a:p>
            <a:pPr algn="ctr">
              <a:lnSpc>
                <a:spcPct val="70000"/>
              </a:lnSpc>
            </a:pPr>
            <a:endParaRPr lang="en-US">
              <a:latin typeface="Comic Sans MS" pitchFamily="66" charset="0"/>
            </a:endParaRPr>
          </a:p>
          <a:p>
            <a:pPr algn="ctr">
              <a:lnSpc>
                <a:spcPct val="70000"/>
              </a:lnSpc>
            </a:pPr>
            <a:r>
              <a:rPr lang="en-US">
                <a:latin typeface="Comic Sans MS" pitchFamily="66" charset="0"/>
              </a:rPr>
              <a:t>network</a:t>
            </a:r>
          </a:p>
          <a:p>
            <a:pPr algn="ctr">
              <a:lnSpc>
                <a:spcPct val="70000"/>
              </a:lnSpc>
            </a:pPr>
            <a:endParaRPr lang="en-US">
              <a:latin typeface="Comic Sans MS" pitchFamily="66" charset="0"/>
            </a:endParaRPr>
          </a:p>
          <a:p>
            <a:pPr algn="ctr">
              <a:lnSpc>
                <a:spcPct val="70000"/>
              </a:lnSpc>
            </a:pPr>
            <a:r>
              <a:rPr lang="en-US">
                <a:latin typeface="Comic Sans MS" pitchFamily="66" charset="0"/>
              </a:rPr>
              <a:t>link</a:t>
            </a:r>
          </a:p>
          <a:p>
            <a:pPr algn="ctr">
              <a:lnSpc>
                <a:spcPct val="70000"/>
              </a:lnSpc>
            </a:pPr>
            <a:endParaRPr lang="en-US">
              <a:latin typeface="Comic Sans MS" pitchFamily="66" charset="0"/>
            </a:endParaRPr>
          </a:p>
          <a:p>
            <a:pPr algn="ctr">
              <a:lnSpc>
                <a:spcPct val="70000"/>
              </a:lnSpc>
            </a:pPr>
            <a:r>
              <a:rPr lang="en-US">
                <a:latin typeface="Comic Sans MS" pitchFamily="66" charset="0"/>
              </a:rPr>
              <a:t>physical</a:t>
            </a:r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7092379" y="2705175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7106667" y="3681487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7106667" y="4221237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7108254" y="5237237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7092379" y="4754637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7090792" y="3224287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6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9" name="Rectangle 3"/>
          <p:cNvSpPr>
            <a:spLocks noGrp="1" noChangeArrowheads="1"/>
          </p:cNvSpPr>
          <p:nvPr>
            <p:ph type="title"/>
          </p:nvPr>
        </p:nvSpPr>
        <p:spPr>
          <a:xfrm>
            <a:off x="433388" y="0"/>
            <a:ext cx="7772400" cy="952500"/>
          </a:xfrm>
        </p:spPr>
        <p:txBody>
          <a:bodyPr/>
          <a:lstStyle/>
          <a:p>
            <a:r>
              <a:rPr lang="en-US" smtClean="0">
                <a:solidFill>
                  <a:srgbClr val="000099"/>
                </a:solidFill>
              </a:rPr>
              <a:t>Internet protocol stack</a:t>
            </a:r>
          </a:p>
        </p:txBody>
      </p:sp>
      <p:sp>
        <p:nvSpPr>
          <p:cNvPr id="8295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571500" y="1185333"/>
            <a:ext cx="5715000" cy="3873500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400" smtClean="0">
                <a:solidFill>
                  <a:srgbClr val="FF0000"/>
                </a:solidFill>
              </a:rPr>
              <a:t>application:</a:t>
            </a:r>
            <a:r>
              <a:rPr lang="en-US" sz="2400" smtClean="0"/>
              <a:t> supporting network applications</a:t>
            </a:r>
          </a:p>
          <a:p>
            <a:pPr lvl="1">
              <a:buClr>
                <a:srgbClr val="000099"/>
              </a:buClr>
              <a:buSzTx/>
              <a:buFont typeface="Wingdings" pitchFamily="2" charset="2"/>
              <a:buChar char="§"/>
            </a:pPr>
            <a:r>
              <a:rPr lang="en-US" sz="2000" smtClean="0"/>
              <a:t>FTP, SMTP, HTTP</a:t>
            </a: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400" smtClean="0">
                <a:solidFill>
                  <a:srgbClr val="FF0000"/>
                </a:solidFill>
              </a:rPr>
              <a:t>transport:</a:t>
            </a:r>
            <a:r>
              <a:rPr lang="en-US" sz="2400" smtClean="0"/>
              <a:t> process-process data transfer</a:t>
            </a:r>
          </a:p>
          <a:p>
            <a:pPr lvl="1">
              <a:buClr>
                <a:srgbClr val="000099"/>
              </a:buClr>
              <a:buSzTx/>
              <a:buFont typeface="Wingdings" pitchFamily="2" charset="2"/>
              <a:buChar char="§"/>
            </a:pPr>
            <a:r>
              <a:rPr lang="en-US" sz="2000" smtClean="0"/>
              <a:t>TCP, UDP</a:t>
            </a: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400" smtClean="0">
                <a:solidFill>
                  <a:srgbClr val="FF0000"/>
                </a:solidFill>
              </a:rPr>
              <a:t>network:</a:t>
            </a:r>
            <a:r>
              <a:rPr lang="en-US" sz="2400" smtClean="0"/>
              <a:t> routing of datagrams from source to destination</a:t>
            </a:r>
          </a:p>
          <a:p>
            <a:pPr lvl="1">
              <a:buClr>
                <a:srgbClr val="000099"/>
              </a:buClr>
              <a:buSzTx/>
              <a:buFont typeface="Wingdings" pitchFamily="2" charset="2"/>
              <a:buChar char="§"/>
            </a:pPr>
            <a:r>
              <a:rPr lang="en-US" sz="2000" smtClean="0"/>
              <a:t>IP, routing protocols</a:t>
            </a: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400" smtClean="0">
                <a:solidFill>
                  <a:srgbClr val="FF0000"/>
                </a:solidFill>
              </a:rPr>
              <a:t>link:</a:t>
            </a:r>
            <a:r>
              <a:rPr lang="en-US" sz="2400" smtClean="0"/>
              <a:t> data transfer between neighboring  network elements</a:t>
            </a:r>
          </a:p>
          <a:p>
            <a:pPr lvl="1">
              <a:buClr>
                <a:srgbClr val="000099"/>
              </a:buClr>
              <a:buSzTx/>
              <a:buFont typeface="Wingdings" pitchFamily="2" charset="2"/>
              <a:buChar char="§"/>
            </a:pPr>
            <a:r>
              <a:rPr lang="en-US" sz="2000" smtClean="0"/>
              <a:t>Ethernet, 802.111 (WiFi), PPP</a:t>
            </a: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400" smtClean="0">
                <a:solidFill>
                  <a:srgbClr val="FF0000"/>
                </a:solidFill>
              </a:rPr>
              <a:t>physical:</a:t>
            </a:r>
            <a:r>
              <a:rPr lang="en-US" sz="2400" smtClean="0"/>
              <a:t> bits “on the wire”</a:t>
            </a:r>
          </a:p>
          <a:p>
            <a:endParaRPr lang="en-US" sz="2400" smtClean="0"/>
          </a:p>
        </p:txBody>
      </p:sp>
      <p:sp>
        <p:nvSpPr>
          <p:cNvPr id="6" name="Footer Placeholder 2"/>
          <p:cNvSpPr txBox="1">
            <a:spLocks noGrp="1"/>
          </p:cNvSpPr>
          <p:nvPr/>
        </p:nvSpPr>
        <p:spPr bwMode="auto">
          <a:xfrm>
            <a:off x="7596188" y="5441157"/>
            <a:ext cx="1452562" cy="238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r>
              <a:rPr lang="en-US" sz="1200">
                <a:latin typeface="Arial" charset="0"/>
              </a:rPr>
              <a:t> Introduction 1-</a:t>
            </a:r>
            <a:fld id="{8D2D2EFC-C02D-4EFF-8DE0-1AE607961F62}" type="slidenum">
              <a:rPr lang="en-US" sz="1200">
                <a:latin typeface="Arial" charset="0"/>
              </a:rPr>
              <a:pPr algn="r"/>
              <a:t>4</a:t>
            </a:fld>
            <a:endParaRPr lang="en-US" sz="1200">
              <a:latin typeface="Arial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6578600" y="1714500"/>
            <a:ext cx="1892300" cy="3530600"/>
          </a:xfrm>
          <a:prstGeom prst="rect">
            <a:avLst/>
          </a:prstGeom>
          <a:solidFill>
            <a:srgbClr val="000099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6513513" y="1768475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624638" y="1865313"/>
            <a:ext cx="1698625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</a:rPr>
              <a:t>application</a:t>
            </a:r>
          </a:p>
          <a:p>
            <a:pPr algn="ctr"/>
            <a:endParaRPr lang="en-US">
              <a:latin typeface="Comic Sans MS" pitchFamily="66" charset="0"/>
            </a:endParaRPr>
          </a:p>
          <a:p>
            <a:pPr algn="ctr"/>
            <a:r>
              <a:rPr lang="en-US">
                <a:latin typeface="Comic Sans MS" pitchFamily="66" charset="0"/>
              </a:rPr>
              <a:t>transport</a:t>
            </a:r>
          </a:p>
          <a:p>
            <a:pPr algn="ctr"/>
            <a:endParaRPr lang="en-US">
              <a:latin typeface="Comic Sans MS" pitchFamily="66" charset="0"/>
            </a:endParaRPr>
          </a:p>
          <a:p>
            <a:pPr algn="ctr"/>
            <a:r>
              <a:rPr lang="en-US">
                <a:latin typeface="Comic Sans MS" pitchFamily="66" charset="0"/>
              </a:rPr>
              <a:t>network</a:t>
            </a:r>
          </a:p>
          <a:p>
            <a:pPr algn="ctr"/>
            <a:endParaRPr lang="en-US">
              <a:latin typeface="Comic Sans MS" pitchFamily="66" charset="0"/>
            </a:endParaRPr>
          </a:p>
          <a:p>
            <a:pPr algn="ctr"/>
            <a:r>
              <a:rPr lang="en-US">
                <a:latin typeface="Comic Sans MS" pitchFamily="66" charset="0"/>
              </a:rPr>
              <a:t>link</a:t>
            </a:r>
          </a:p>
          <a:p>
            <a:pPr algn="ctr"/>
            <a:endParaRPr lang="en-US">
              <a:latin typeface="Comic Sans MS" pitchFamily="66" charset="0"/>
            </a:endParaRPr>
          </a:p>
          <a:p>
            <a:pPr algn="ctr"/>
            <a:r>
              <a:rPr lang="en-US">
                <a:latin typeface="Comic Sans MS" pitchFamily="66" charset="0"/>
              </a:rPr>
              <a:t>physical</a:t>
            </a:r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6507163" y="2460625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>
            <a:off x="6507163" y="3165475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6507163" y="3876675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6507163" y="4587875"/>
            <a:ext cx="188595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0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8865"/>
            <a:ext cx="8229600" cy="952500"/>
          </a:xfrm>
          <a:solidFill>
            <a:schemeClr val="tx2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objective of this course</a:t>
            </a:r>
            <a:endParaRPr lang="en-US" sz="4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987644"/>
              </p:ext>
            </p:extLst>
          </p:nvPr>
        </p:nvGraphicFramePr>
        <p:xfrm>
          <a:off x="457200" y="1881356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kern="1200" dirty="0" smtClean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This course is valuable for applications in client server architecture in the Internet. It describes the network protocols of upper layers with an orientation towards </a:t>
                      </a:r>
                      <a:r>
                        <a:rPr lang="en-US" sz="2400" b="1" i="0" u="sng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application protocols</a:t>
                      </a:r>
                      <a:r>
                        <a:rPr lang="en-US" sz="2400" b="1" i="0" kern="1200" dirty="0" smtClean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of the Internet architecture (</a:t>
                      </a:r>
                      <a:r>
                        <a:rPr lang="en-US" sz="2400" b="1" i="0" kern="1200" dirty="0" err="1" smtClean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eg</a:t>
                      </a:r>
                      <a:r>
                        <a:rPr lang="en-US" sz="2400" b="1" i="0" kern="1200" dirty="0" smtClean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protocols DNS, Telnet, SMTP, HTTP, SNMP, ...).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333500"/>
          <a:ext cx="8229600" cy="3771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  <a:ln w="25400">
            <a:solidFill>
              <a:schemeClr val="tx1"/>
            </a:solidFill>
          </a:ln>
        </p:spPr>
        <p:txBody>
          <a:bodyPr/>
          <a:lstStyle/>
          <a:p>
            <a:r>
              <a:rPr lang="fr-F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General </a:t>
            </a:r>
            <a:r>
              <a:rPr lang="fr-FR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plan </a:t>
            </a:r>
            <a:endParaRPr lang="fr-FR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  <a:ln>
            <a:solidFill>
              <a:schemeClr val="tx2"/>
            </a:solidFill>
          </a:ln>
        </p:spPr>
        <p:txBody>
          <a:bodyPr/>
          <a:lstStyle/>
          <a:p>
            <a:pPr lvl="0"/>
            <a:r>
              <a:rPr lang="fr-FR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 - General  introduction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4569307"/>
              </p:ext>
            </p:extLst>
          </p:nvPr>
        </p:nvGraphicFramePr>
        <p:xfrm>
          <a:off x="899592" y="1921396"/>
          <a:ext cx="7128792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886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First part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(I) (2 lectures)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7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kern="1200" dirty="0" smtClean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General information on client-server architectures and distributed on the Internet architecture layers high.</a:t>
                      </a:r>
                      <a:r>
                        <a:rPr lang="fr-FR" sz="2400" b="1" i="1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 </a:t>
                      </a:r>
                      <a:endParaRPr lang="en-US" sz="2400" b="1" i="1" kern="1200" dirty="0" smtClean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  <a:ln>
            <a:solidFill>
              <a:schemeClr val="tx2"/>
            </a:solidFill>
          </a:ln>
        </p:spPr>
        <p:txBody>
          <a:bodyPr/>
          <a:lstStyle/>
          <a:p>
            <a:r>
              <a:rPr lang="fr-FR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II – Distributed </a:t>
            </a:r>
            <a:r>
              <a:rPr lang="fr-FR" b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programming</a:t>
            </a:r>
            <a:r>
              <a:rPr lang="fr-FR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770348"/>
              </p:ext>
            </p:extLst>
          </p:nvPr>
        </p:nvGraphicFramePr>
        <p:xfrm>
          <a:off x="899592" y="1345333"/>
          <a:ext cx="7272808" cy="4003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Second part (II) 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kern="1200" dirty="0" smtClean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lvl="0" rtl="0">
                        <a:buFont typeface="Wingdings" pitchFamily="2" charset="2"/>
                        <a:buChar char="Ø"/>
                      </a:pPr>
                      <a:r>
                        <a:rPr lang="en-US" sz="2400" b="1" i="1" u="non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JAVA:</a:t>
                      </a:r>
                    </a:p>
                    <a:p>
                      <a:pPr marL="914400" lvl="1" indent="-457200" rtl="0">
                        <a:buFont typeface="Wingdings" pitchFamily="2" charset="2"/>
                        <a:buChar char="q"/>
                      </a:pPr>
                      <a:r>
                        <a:rPr lang="en-US" sz="2400" b="1" i="1" u="non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TCP/UDP</a:t>
                      </a:r>
                      <a:r>
                        <a:rPr lang="en-US" sz="2400" b="1" i="1" u="non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sz="2400" b="1" i="1" u="non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sockets.</a:t>
                      </a:r>
                    </a:p>
                    <a:p>
                      <a:pPr marL="914400" lvl="1" indent="-457200" rtl="0">
                        <a:buFont typeface="Wingdings" pitchFamily="2" charset="2"/>
                        <a:buChar char="q"/>
                      </a:pPr>
                      <a:r>
                        <a:rPr lang="en-US" sz="2400" b="1" i="1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Multithreading.</a:t>
                      </a:r>
                    </a:p>
                    <a:p>
                      <a:pPr marL="914400" lvl="1" indent="-457200" rtl="0">
                        <a:buFont typeface="Wingdings" pitchFamily="2" charset="2"/>
                        <a:buChar char="q"/>
                      </a:pPr>
                      <a:r>
                        <a:rPr lang="en-US" sz="2400" b="1" i="1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Internet Addresses.</a:t>
                      </a:r>
                    </a:p>
                    <a:p>
                      <a:pPr marL="914400" lvl="1" indent="-457200" rtl="0">
                        <a:buFont typeface="Wingdings" pitchFamily="2" charset="2"/>
                        <a:buChar char="q"/>
                      </a:pPr>
                      <a:r>
                        <a:rPr lang="en-US" sz="2400" b="1" i="1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Remote</a:t>
                      </a:r>
                      <a:r>
                        <a:rPr lang="en-US" sz="2400" b="1" i="1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sz="2400" b="1" i="1" kern="1200" baseline="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Metthod</a:t>
                      </a:r>
                      <a:r>
                        <a:rPr lang="en-US" sz="2400" b="1" i="1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Invocation.</a:t>
                      </a:r>
                      <a:endParaRPr lang="en-US" sz="2400" b="1" i="1" kern="1200" dirty="0" smtClean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>
                        <a:buFont typeface="Wingdings" pitchFamily="2" charset="2"/>
                        <a:buNone/>
                      </a:pPr>
                      <a:endParaRPr lang="en-US" sz="2400" kern="1200" dirty="0" smtClean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298"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01656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>
            <a:normAutofit fontScale="90000"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fr-FR" sz="36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III- Client/Server applications on the Internet </a:t>
            </a:r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fr-FR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9</a:t>
            </a:fld>
            <a:endParaRPr lang="fr-FR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5977741"/>
              </p:ext>
            </p:extLst>
          </p:nvPr>
        </p:nvGraphicFramePr>
        <p:xfrm>
          <a:off x="457200" y="13335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Third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part 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(III)</a:t>
                      </a:r>
                      <a:endParaRPr lang="fr-FR" sz="20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We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chose the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following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applications: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1- 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HTTP/HTTPS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protocols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1-  Distributed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directories: an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directory 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DNS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2- 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Remote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access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protocols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: an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TELNET.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3-  Messaging: an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SMTP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protocole (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MIME 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format), 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POP3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4-  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Protocol file transfer and file systems distributed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: an exemple </a:t>
                      </a:r>
                    </a:p>
                    <a:p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    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FTP 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NFS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or 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FTAM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protocol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222408"/>
      </p:ext>
    </p:extLst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Application architectures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client-server</a:t>
            </a:r>
          </a:p>
          <a:p>
            <a:r>
              <a:rPr lang="en-US" smtClean="0"/>
              <a:t>peer-to-peer (P2P)</a:t>
            </a:r>
          </a:p>
          <a:p>
            <a:r>
              <a:rPr lang="en-US" smtClean="0"/>
              <a:t>hybrid of client-server and P2P</a:t>
            </a:r>
          </a:p>
        </p:txBody>
      </p:sp>
      <p:sp>
        <p:nvSpPr>
          <p:cNvPr id="6" name="Footer Placeholder 2"/>
          <p:cNvSpPr txBox="1">
            <a:spLocks noGrp="1"/>
          </p:cNvSpPr>
          <p:nvPr/>
        </p:nvSpPr>
        <p:spPr bwMode="auto">
          <a:xfrm>
            <a:off x="7618413" y="5443803"/>
            <a:ext cx="1452562" cy="238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Arial" charset="0"/>
                <a:cs typeface="Arial" charset="0"/>
              </a:rPr>
              <a:t>Application  2-</a:t>
            </a:r>
            <a:fld id="{6F77FBEC-811F-48FE-AD9E-83B821F20CD9}" type="slidenum">
              <a:rPr lang="en-US" sz="1200">
                <a:latin typeface="Arial" charset="0"/>
                <a:cs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sz="12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43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network apps</a:t>
            </a:r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smtClean="0"/>
              <a:t>e-mail</a:t>
            </a:r>
          </a:p>
          <a:p>
            <a:r>
              <a:rPr lang="en-US" sz="2400" smtClean="0"/>
              <a:t>web</a:t>
            </a:r>
          </a:p>
          <a:p>
            <a:r>
              <a:rPr lang="en-US" sz="2400" smtClean="0"/>
              <a:t>instant messaging</a:t>
            </a:r>
          </a:p>
          <a:p>
            <a:r>
              <a:rPr lang="en-US" sz="2400" smtClean="0"/>
              <a:t>remote login</a:t>
            </a:r>
          </a:p>
          <a:p>
            <a:r>
              <a:rPr lang="en-US" sz="2400" smtClean="0"/>
              <a:t>P2P file sharing</a:t>
            </a:r>
          </a:p>
          <a:p>
            <a:r>
              <a:rPr lang="en-US" sz="2400" smtClean="0"/>
              <a:t>multi-user network games</a:t>
            </a:r>
          </a:p>
          <a:p>
            <a:r>
              <a:rPr lang="en-US" sz="2400" smtClean="0"/>
              <a:t>streaming stored video (YouTube)</a:t>
            </a:r>
          </a:p>
          <a:p>
            <a:pPr>
              <a:buFont typeface="Wingdings" pitchFamily="2" charset="2"/>
              <a:buNone/>
            </a:pPr>
            <a:endParaRPr lang="en-US" sz="2400" smtClean="0"/>
          </a:p>
          <a:p>
            <a:pPr>
              <a:buFont typeface="Wingdings" pitchFamily="2" charset="2"/>
              <a:buNone/>
            </a:pPr>
            <a:endParaRPr lang="en-US" sz="2400" smtClean="0"/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400" smtClean="0"/>
              <a:t>voice over IP</a:t>
            </a:r>
          </a:p>
          <a:p>
            <a:r>
              <a:rPr lang="en-US" sz="2400" smtClean="0"/>
              <a:t>real-time video conferencing</a:t>
            </a:r>
          </a:p>
          <a:p>
            <a:r>
              <a:rPr lang="en-US" sz="2400" smtClean="0"/>
              <a:t>cloud computing</a:t>
            </a:r>
          </a:p>
          <a:p>
            <a:r>
              <a:rPr lang="en-US" sz="2400" smtClean="0"/>
              <a:t>…</a:t>
            </a:r>
          </a:p>
          <a:p>
            <a:r>
              <a:rPr lang="en-US" sz="2400" smtClean="0"/>
              <a:t>… </a:t>
            </a:r>
          </a:p>
          <a:p>
            <a:r>
              <a:rPr lang="en-US" sz="2400" smtClean="0"/>
              <a:t> </a:t>
            </a:r>
          </a:p>
        </p:txBody>
      </p:sp>
      <p:sp>
        <p:nvSpPr>
          <p:cNvPr id="6" name="Footer Placeholder 2"/>
          <p:cNvSpPr txBox="1">
            <a:spLocks noGrp="1"/>
          </p:cNvSpPr>
          <p:nvPr/>
        </p:nvSpPr>
        <p:spPr bwMode="auto">
          <a:xfrm>
            <a:off x="7618413" y="5443803"/>
            <a:ext cx="1452562" cy="238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Arial" charset="0"/>
                <a:cs typeface="Arial" charset="0"/>
              </a:rPr>
              <a:t>Application  2-</a:t>
            </a:r>
            <a:fld id="{AA8C5813-0FED-4D67-AC24-2460BC4C2BEA}" type="slidenum">
              <a:rPr lang="en-US" sz="1200">
                <a:latin typeface="Arial" charset="0"/>
                <a:cs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sz="12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39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Client-server architecture</a:t>
            </a:r>
          </a:p>
        </p:txBody>
      </p:sp>
      <p:sp>
        <p:nvSpPr>
          <p:cNvPr id="2066" name="Rectangle 460"/>
          <p:cNvSpPr>
            <a:spLocks noGrp="1" noChangeArrowheads="1"/>
          </p:cNvSpPr>
          <p:nvPr>
            <p:ph type="body" sz="half" idx="2"/>
          </p:nvPr>
        </p:nvSpPr>
        <p:spPr>
          <a:xfrm>
            <a:off x="4664076" y="1180042"/>
            <a:ext cx="4143375" cy="38735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z="2400" smtClean="0">
                <a:solidFill>
                  <a:srgbClr val="FF0000"/>
                </a:solidFill>
              </a:rPr>
              <a:t>server:</a:t>
            </a:r>
            <a:r>
              <a:rPr lang="en-US" sz="2400" smtClean="0"/>
              <a:t> </a:t>
            </a:r>
          </a:p>
          <a:p>
            <a:pPr lvl="1"/>
            <a:r>
              <a:rPr lang="en-US" smtClean="0"/>
              <a:t>always-on host</a:t>
            </a:r>
          </a:p>
          <a:p>
            <a:pPr lvl="1"/>
            <a:r>
              <a:rPr lang="en-US" smtClean="0"/>
              <a:t>permanent IP address</a:t>
            </a:r>
          </a:p>
          <a:p>
            <a:pPr lvl="1"/>
            <a:r>
              <a:rPr lang="en-US" smtClean="0"/>
              <a:t>server farms for scaling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solidFill>
                  <a:srgbClr val="FF0000"/>
                </a:solidFill>
              </a:rPr>
              <a:t>clients:</a:t>
            </a:r>
          </a:p>
          <a:p>
            <a:pPr lvl="1"/>
            <a:r>
              <a:rPr lang="en-US" sz="2000" smtClean="0"/>
              <a:t>communicate with server</a:t>
            </a:r>
          </a:p>
          <a:p>
            <a:pPr lvl="1"/>
            <a:r>
              <a:rPr lang="en-US" sz="2000" smtClean="0"/>
              <a:t>may be intermittently connected</a:t>
            </a:r>
          </a:p>
          <a:p>
            <a:pPr lvl="1"/>
            <a:r>
              <a:rPr lang="en-US" sz="2000" smtClean="0"/>
              <a:t>may have dynamic IP addresses</a:t>
            </a:r>
          </a:p>
          <a:p>
            <a:pPr lvl="1"/>
            <a:r>
              <a:rPr lang="en-US" sz="2000" smtClean="0"/>
              <a:t>do not communicate directly with each other</a:t>
            </a:r>
          </a:p>
        </p:txBody>
      </p:sp>
      <p:sp>
        <p:nvSpPr>
          <p:cNvPr id="2067" name="Freeform 462"/>
          <p:cNvSpPr>
            <a:spLocks/>
          </p:cNvSpPr>
          <p:nvPr/>
        </p:nvSpPr>
        <p:spPr bwMode="auto">
          <a:xfrm>
            <a:off x="2771775" y="2950104"/>
            <a:ext cx="1314450" cy="562240"/>
          </a:xfrm>
          <a:custGeom>
            <a:avLst/>
            <a:gdLst>
              <a:gd name="T0" fmla="*/ 382 w 828"/>
              <a:gd name="T1" fmla="*/ 30 h 425"/>
              <a:gd name="T2" fmla="*/ 370 w 828"/>
              <a:gd name="T3" fmla="*/ 30 h 425"/>
              <a:gd name="T4" fmla="*/ 126 w 828"/>
              <a:gd name="T5" fmla="*/ 32 h 425"/>
              <a:gd name="T6" fmla="*/ 6 w 828"/>
              <a:gd name="T7" fmla="*/ 126 h 425"/>
              <a:gd name="T8" fmla="*/ 92 w 828"/>
              <a:gd name="T9" fmla="*/ 274 h 425"/>
              <a:gd name="T10" fmla="*/ 292 w 828"/>
              <a:gd name="T11" fmla="*/ 384 h 425"/>
              <a:gd name="T12" fmla="*/ 540 w 828"/>
              <a:gd name="T13" fmla="*/ 416 h 425"/>
              <a:gd name="T14" fmla="*/ 698 w 828"/>
              <a:gd name="T15" fmla="*/ 330 h 425"/>
              <a:gd name="T16" fmla="*/ 776 w 828"/>
              <a:gd name="T17" fmla="*/ 170 h 425"/>
              <a:gd name="T18" fmla="*/ 792 w 828"/>
              <a:gd name="T19" fmla="*/ 22 h 425"/>
              <a:gd name="T20" fmla="*/ 560 w 828"/>
              <a:gd name="T21" fmla="*/ 38 h 425"/>
              <a:gd name="T22" fmla="*/ 382 w 828"/>
              <a:gd name="T23" fmla="*/ 30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" name="Freeform 463"/>
          <p:cNvSpPr>
            <a:spLocks/>
          </p:cNvSpPr>
          <p:nvPr/>
        </p:nvSpPr>
        <p:spPr bwMode="auto">
          <a:xfrm>
            <a:off x="2790826" y="1678782"/>
            <a:ext cx="1730375" cy="870479"/>
          </a:xfrm>
          <a:custGeom>
            <a:avLst/>
            <a:gdLst>
              <a:gd name="T0" fmla="*/ 424 w 765"/>
              <a:gd name="T1" fmla="*/ 10 h 459"/>
              <a:gd name="T2" fmla="*/ 288 w 765"/>
              <a:gd name="T3" fmla="*/ 70 h 459"/>
              <a:gd name="T4" fmla="*/ 96 w 765"/>
              <a:gd name="T5" fmla="*/ 100 h 459"/>
              <a:gd name="T6" fmla="*/ 14 w 765"/>
              <a:gd name="T7" fmla="*/ 336 h 459"/>
              <a:gd name="T8" fmla="*/ 180 w 765"/>
              <a:gd name="T9" fmla="*/ 444 h 459"/>
              <a:gd name="T10" fmla="*/ 346 w 765"/>
              <a:gd name="T11" fmla="*/ 426 h 459"/>
              <a:gd name="T12" fmla="*/ 584 w 765"/>
              <a:gd name="T13" fmla="*/ 444 h 459"/>
              <a:gd name="T14" fmla="*/ 698 w 765"/>
              <a:gd name="T15" fmla="*/ 434 h 459"/>
              <a:gd name="T16" fmla="*/ 752 w 765"/>
              <a:gd name="T17" fmla="*/ 372 h 459"/>
              <a:gd name="T18" fmla="*/ 750 w 765"/>
              <a:gd name="T19" fmla="*/ 158 h 459"/>
              <a:gd name="T20" fmla="*/ 662 w 765"/>
              <a:gd name="T21" fmla="*/ 34 h 459"/>
              <a:gd name="T22" fmla="*/ 424 w 765"/>
              <a:gd name="T23" fmla="*/ 10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9" name="Freeform 464"/>
          <p:cNvSpPr>
            <a:spLocks/>
          </p:cNvSpPr>
          <p:nvPr/>
        </p:nvSpPr>
        <p:spPr bwMode="auto">
          <a:xfrm>
            <a:off x="1050925" y="1435365"/>
            <a:ext cx="1644650" cy="892968"/>
          </a:xfrm>
          <a:custGeom>
            <a:avLst/>
            <a:gdLst>
              <a:gd name="T0" fmla="*/ 648 w 1036"/>
              <a:gd name="T1" fmla="*/ 11 h 675"/>
              <a:gd name="T2" fmla="*/ 390 w 1036"/>
              <a:gd name="T3" fmla="*/ 53 h 675"/>
              <a:gd name="T4" fmla="*/ 206 w 1036"/>
              <a:gd name="T5" fmla="*/ 129 h 675"/>
              <a:gd name="T6" fmla="*/ 152 w 1036"/>
              <a:gd name="T7" fmla="*/ 229 h 675"/>
              <a:gd name="T8" fmla="*/ 22 w 1036"/>
              <a:gd name="T9" fmla="*/ 297 h 675"/>
              <a:gd name="T10" fmla="*/ 18 w 1036"/>
              <a:gd name="T11" fmla="*/ 459 h 675"/>
              <a:gd name="T12" fmla="*/ 132 w 1036"/>
              <a:gd name="T13" fmla="*/ 489 h 675"/>
              <a:gd name="T14" fmla="*/ 458 w 1036"/>
              <a:gd name="T15" fmla="*/ 489 h 675"/>
              <a:gd name="T16" fmla="*/ 598 w 1036"/>
              <a:gd name="T17" fmla="*/ 555 h 675"/>
              <a:gd name="T18" fmla="*/ 752 w 1036"/>
              <a:gd name="T19" fmla="*/ 657 h 675"/>
              <a:gd name="T20" fmla="*/ 870 w 1036"/>
              <a:gd name="T21" fmla="*/ 661 h 675"/>
              <a:gd name="T22" fmla="*/ 952 w 1036"/>
              <a:gd name="T23" fmla="*/ 603 h 675"/>
              <a:gd name="T24" fmla="*/ 992 w 1036"/>
              <a:gd name="T25" fmla="*/ 445 h 675"/>
              <a:gd name="T26" fmla="*/ 1018 w 1036"/>
              <a:gd name="T27" fmla="*/ 291 h 675"/>
              <a:gd name="T28" fmla="*/ 1022 w 1036"/>
              <a:gd name="T29" fmla="*/ 107 h 675"/>
              <a:gd name="T30" fmla="*/ 934 w 1036"/>
              <a:gd name="T31" fmla="*/ 17 h 675"/>
              <a:gd name="T32" fmla="*/ 776 w 1036"/>
              <a:gd name="T33" fmla="*/ 3 h 675"/>
              <a:gd name="T34" fmla="*/ 648 w 1036"/>
              <a:gd name="T35" fmla="*/ 11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70" name="Group 465"/>
          <p:cNvGrpSpPr>
            <a:grpSpLocks/>
          </p:cNvGrpSpPr>
          <p:nvPr/>
        </p:nvGrpSpPr>
        <p:grpSpPr bwMode="auto">
          <a:xfrm>
            <a:off x="1138238" y="2547937"/>
            <a:ext cx="1458912" cy="777875"/>
            <a:chOff x="2889" y="1631"/>
            <a:chExt cx="980" cy="743"/>
          </a:xfrm>
        </p:grpSpPr>
        <p:sp>
          <p:nvSpPr>
            <p:cNvPr id="2394" name="Rectangle 466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5" name="AutoShape 467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solidFill>
                  <a:srgbClr val="00CC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2071" name="Group 468"/>
          <p:cNvGrpSpPr>
            <a:grpSpLocks/>
          </p:cNvGrpSpPr>
          <p:nvPr/>
        </p:nvGrpSpPr>
        <p:grpSpPr bwMode="auto">
          <a:xfrm>
            <a:off x="1839913" y="1595438"/>
            <a:ext cx="336550" cy="443178"/>
            <a:chOff x="3796" y="1043"/>
            <a:chExt cx="865" cy="1237"/>
          </a:xfrm>
        </p:grpSpPr>
        <p:sp>
          <p:nvSpPr>
            <p:cNvPr id="2364" name="Line 469"/>
            <p:cNvSpPr>
              <a:spLocks noChangeShapeType="1"/>
            </p:cNvSpPr>
            <p:nvPr/>
          </p:nvSpPr>
          <p:spPr bwMode="auto">
            <a:xfrm flipH="1">
              <a:off x="3992" y="1481"/>
              <a:ext cx="235" cy="7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5" name="Line 470"/>
            <p:cNvSpPr>
              <a:spLocks noChangeShapeType="1"/>
            </p:cNvSpPr>
            <p:nvPr/>
          </p:nvSpPr>
          <p:spPr bwMode="auto">
            <a:xfrm>
              <a:off x="4227" y="1481"/>
              <a:ext cx="236" cy="72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6" name="Line 471"/>
            <p:cNvSpPr>
              <a:spLocks noChangeShapeType="1"/>
            </p:cNvSpPr>
            <p:nvPr/>
          </p:nvSpPr>
          <p:spPr bwMode="auto">
            <a:xfrm>
              <a:off x="3992" y="2201"/>
              <a:ext cx="235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7" name="Line 472"/>
            <p:cNvSpPr>
              <a:spLocks noChangeShapeType="1"/>
            </p:cNvSpPr>
            <p:nvPr/>
          </p:nvSpPr>
          <p:spPr bwMode="auto">
            <a:xfrm flipH="1">
              <a:off x="4227" y="2201"/>
              <a:ext cx="236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8" name="Line 473"/>
            <p:cNvSpPr>
              <a:spLocks noChangeShapeType="1"/>
            </p:cNvSpPr>
            <p:nvPr/>
          </p:nvSpPr>
          <p:spPr bwMode="auto">
            <a:xfrm>
              <a:off x="4227" y="1497"/>
              <a:ext cx="0" cy="78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69" name="Line 474"/>
            <p:cNvSpPr>
              <a:spLocks noChangeShapeType="1"/>
            </p:cNvSpPr>
            <p:nvPr/>
          </p:nvSpPr>
          <p:spPr bwMode="auto">
            <a:xfrm flipV="1">
              <a:off x="3992" y="2127"/>
              <a:ext cx="235" cy="7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70" name="Line 475"/>
            <p:cNvSpPr>
              <a:spLocks noChangeShapeType="1"/>
            </p:cNvSpPr>
            <p:nvPr/>
          </p:nvSpPr>
          <p:spPr bwMode="auto">
            <a:xfrm flipH="1" flipV="1">
              <a:off x="4227" y="2127"/>
              <a:ext cx="236" cy="7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71" name="Line 476"/>
            <p:cNvSpPr>
              <a:spLocks noChangeShapeType="1"/>
            </p:cNvSpPr>
            <p:nvPr/>
          </p:nvSpPr>
          <p:spPr bwMode="auto">
            <a:xfrm>
              <a:off x="4092" y="1890"/>
              <a:ext cx="135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72" name="Line 477"/>
            <p:cNvSpPr>
              <a:spLocks noChangeShapeType="1"/>
            </p:cNvSpPr>
            <p:nvPr/>
          </p:nvSpPr>
          <p:spPr bwMode="auto">
            <a:xfrm flipV="1">
              <a:off x="4227" y="1890"/>
              <a:ext cx="143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73" name="Line 478"/>
            <p:cNvSpPr>
              <a:spLocks noChangeShapeType="1"/>
            </p:cNvSpPr>
            <p:nvPr/>
          </p:nvSpPr>
          <p:spPr bwMode="auto">
            <a:xfrm>
              <a:off x="4047" y="1996"/>
              <a:ext cx="175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74" name="Line 479"/>
            <p:cNvSpPr>
              <a:spLocks noChangeShapeType="1"/>
            </p:cNvSpPr>
            <p:nvPr/>
          </p:nvSpPr>
          <p:spPr bwMode="auto">
            <a:xfrm flipV="1">
              <a:off x="4227" y="2012"/>
              <a:ext cx="176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75" name="Line 480"/>
            <p:cNvSpPr>
              <a:spLocks noChangeShapeType="1"/>
            </p:cNvSpPr>
            <p:nvPr/>
          </p:nvSpPr>
          <p:spPr bwMode="auto">
            <a:xfrm flipV="1">
              <a:off x="4227" y="1782"/>
              <a:ext cx="90" cy="2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76" name="Line 481"/>
            <p:cNvSpPr>
              <a:spLocks noChangeShapeType="1"/>
            </p:cNvSpPr>
            <p:nvPr/>
          </p:nvSpPr>
          <p:spPr bwMode="auto">
            <a:xfrm flipV="1">
              <a:off x="4227" y="1632"/>
              <a:ext cx="57" cy="2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77" name="Line 482"/>
            <p:cNvSpPr>
              <a:spLocks noChangeShapeType="1"/>
            </p:cNvSpPr>
            <p:nvPr/>
          </p:nvSpPr>
          <p:spPr bwMode="auto">
            <a:xfrm>
              <a:off x="4126" y="1772"/>
              <a:ext cx="109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78" name="Line 483"/>
            <p:cNvSpPr>
              <a:spLocks noChangeShapeType="1"/>
            </p:cNvSpPr>
            <p:nvPr/>
          </p:nvSpPr>
          <p:spPr bwMode="auto">
            <a:xfrm>
              <a:off x="4175" y="1625"/>
              <a:ext cx="63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379" name="Group 484"/>
            <p:cNvGrpSpPr>
              <a:grpSpLocks/>
            </p:cNvGrpSpPr>
            <p:nvPr/>
          </p:nvGrpSpPr>
          <p:grpSpPr bwMode="auto">
            <a:xfrm>
              <a:off x="4269" y="1415"/>
              <a:ext cx="392" cy="137"/>
              <a:chOff x="4227" y="1360"/>
              <a:chExt cx="863" cy="270"/>
            </a:xfrm>
          </p:grpSpPr>
          <p:sp>
            <p:nvSpPr>
              <p:cNvPr id="2390" name="Line 485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91" name="Line 486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92" name="Line 487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93" name="Line 488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380" name="Group 489"/>
            <p:cNvGrpSpPr>
              <a:grpSpLocks/>
            </p:cNvGrpSpPr>
            <p:nvPr/>
          </p:nvGrpSpPr>
          <p:grpSpPr bwMode="auto">
            <a:xfrm rot="5700496">
              <a:off x="4053" y="1170"/>
              <a:ext cx="392" cy="137"/>
              <a:chOff x="4227" y="1360"/>
              <a:chExt cx="863" cy="270"/>
            </a:xfrm>
          </p:grpSpPr>
          <p:sp>
            <p:nvSpPr>
              <p:cNvPr id="2386" name="Line 490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87" name="Line 491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88" name="Line 492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89" name="Line 493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381" name="Group 494"/>
            <p:cNvGrpSpPr>
              <a:grpSpLocks/>
            </p:cNvGrpSpPr>
            <p:nvPr/>
          </p:nvGrpSpPr>
          <p:grpSpPr bwMode="auto">
            <a:xfrm rot="10800000">
              <a:off x="3796" y="1402"/>
              <a:ext cx="392" cy="137"/>
              <a:chOff x="4227" y="1360"/>
              <a:chExt cx="863" cy="270"/>
            </a:xfrm>
          </p:grpSpPr>
          <p:sp>
            <p:nvSpPr>
              <p:cNvPr id="2382" name="Line 495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83" name="Line 496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84" name="Line 497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85" name="Line 498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2072" name="Oval 499"/>
          <p:cNvSpPr>
            <a:spLocks noChangeArrowheads="1"/>
          </p:cNvSpPr>
          <p:nvPr/>
        </p:nvSpPr>
        <p:spPr bwMode="auto">
          <a:xfrm>
            <a:off x="2897189" y="3112823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3" name="Line 500"/>
          <p:cNvSpPr>
            <a:spLocks noChangeShapeType="1"/>
          </p:cNvSpPr>
          <p:nvPr/>
        </p:nvSpPr>
        <p:spPr bwMode="auto">
          <a:xfrm>
            <a:off x="2897188" y="3106209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4" name="Line 501"/>
          <p:cNvSpPr>
            <a:spLocks noChangeShapeType="1"/>
          </p:cNvSpPr>
          <p:nvPr/>
        </p:nvSpPr>
        <p:spPr bwMode="auto">
          <a:xfrm>
            <a:off x="3255963" y="3106209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5" name="Rectangle 502"/>
          <p:cNvSpPr>
            <a:spLocks noChangeArrowheads="1"/>
          </p:cNvSpPr>
          <p:nvPr/>
        </p:nvSpPr>
        <p:spPr bwMode="auto">
          <a:xfrm>
            <a:off x="2897188" y="3106209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2076" name="Oval 503"/>
          <p:cNvSpPr>
            <a:spLocks noChangeArrowheads="1"/>
          </p:cNvSpPr>
          <p:nvPr/>
        </p:nvSpPr>
        <p:spPr bwMode="auto">
          <a:xfrm>
            <a:off x="2894014" y="3049324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77" name="Group 504"/>
          <p:cNvGrpSpPr>
            <a:grpSpLocks/>
          </p:cNvGrpSpPr>
          <p:nvPr/>
        </p:nvGrpSpPr>
        <p:grpSpPr bwMode="auto">
          <a:xfrm>
            <a:off x="2979739" y="3069167"/>
            <a:ext cx="179387" cy="54240"/>
            <a:chOff x="2848" y="848"/>
            <a:chExt cx="140" cy="98"/>
          </a:xfrm>
        </p:grpSpPr>
        <p:sp>
          <p:nvSpPr>
            <p:cNvPr id="2361" name="Line 50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" name="Line 50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" name="Line 50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78" name="Group 508"/>
          <p:cNvGrpSpPr>
            <a:grpSpLocks/>
          </p:cNvGrpSpPr>
          <p:nvPr/>
        </p:nvGrpSpPr>
        <p:grpSpPr bwMode="auto">
          <a:xfrm flipV="1">
            <a:off x="2979739" y="3069167"/>
            <a:ext cx="179387" cy="54240"/>
            <a:chOff x="2848" y="848"/>
            <a:chExt cx="140" cy="98"/>
          </a:xfrm>
        </p:grpSpPr>
        <p:sp>
          <p:nvSpPr>
            <p:cNvPr id="2358" name="Line 50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" name="Line 51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" name="Line 51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79" name="Oval 512"/>
          <p:cNvSpPr>
            <a:spLocks noChangeArrowheads="1"/>
          </p:cNvSpPr>
          <p:nvPr/>
        </p:nvSpPr>
        <p:spPr bwMode="auto">
          <a:xfrm>
            <a:off x="3252789" y="3345657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80" name="Line 513"/>
          <p:cNvSpPr>
            <a:spLocks noChangeShapeType="1"/>
          </p:cNvSpPr>
          <p:nvPr/>
        </p:nvSpPr>
        <p:spPr bwMode="auto">
          <a:xfrm>
            <a:off x="3252788" y="3339042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1" name="Line 514"/>
          <p:cNvSpPr>
            <a:spLocks noChangeShapeType="1"/>
          </p:cNvSpPr>
          <p:nvPr/>
        </p:nvSpPr>
        <p:spPr bwMode="auto">
          <a:xfrm>
            <a:off x="3611563" y="3339042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2" name="Rectangle 515"/>
          <p:cNvSpPr>
            <a:spLocks noChangeArrowheads="1"/>
          </p:cNvSpPr>
          <p:nvPr/>
        </p:nvSpPr>
        <p:spPr bwMode="auto">
          <a:xfrm>
            <a:off x="3252788" y="3339042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2083" name="Oval 516"/>
          <p:cNvSpPr>
            <a:spLocks noChangeArrowheads="1"/>
          </p:cNvSpPr>
          <p:nvPr/>
        </p:nvSpPr>
        <p:spPr bwMode="auto">
          <a:xfrm>
            <a:off x="3249614" y="3282157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84" name="Group 517"/>
          <p:cNvGrpSpPr>
            <a:grpSpLocks/>
          </p:cNvGrpSpPr>
          <p:nvPr/>
        </p:nvGrpSpPr>
        <p:grpSpPr bwMode="auto">
          <a:xfrm>
            <a:off x="3335339" y="3302000"/>
            <a:ext cx="179387" cy="54240"/>
            <a:chOff x="2848" y="848"/>
            <a:chExt cx="140" cy="98"/>
          </a:xfrm>
        </p:grpSpPr>
        <p:sp>
          <p:nvSpPr>
            <p:cNvPr id="2355" name="Line 51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" name="Line 51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" name="Line 52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85" name="Group 521"/>
          <p:cNvGrpSpPr>
            <a:grpSpLocks/>
          </p:cNvGrpSpPr>
          <p:nvPr/>
        </p:nvGrpSpPr>
        <p:grpSpPr bwMode="auto">
          <a:xfrm flipV="1">
            <a:off x="3335339" y="3302000"/>
            <a:ext cx="179387" cy="54240"/>
            <a:chOff x="2848" y="848"/>
            <a:chExt cx="140" cy="98"/>
          </a:xfrm>
        </p:grpSpPr>
        <p:sp>
          <p:nvSpPr>
            <p:cNvPr id="2352" name="Line 52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3" name="Line 52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4" name="Line 52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86" name="Oval 525"/>
          <p:cNvSpPr>
            <a:spLocks noChangeArrowheads="1"/>
          </p:cNvSpPr>
          <p:nvPr/>
        </p:nvSpPr>
        <p:spPr bwMode="auto">
          <a:xfrm>
            <a:off x="3532189" y="3123407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87" name="Line 526"/>
          <p:cNvSpPr>
            <a:spLocks noChangeShapeType="1"/>
          </p:cNvSpPr>
          <p:nvPr/>
        </p:nvSpPr>
        <p:spPr bwMode="auto">
          <a:xfrm>
            <a:off x="3532188" y="3116792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8" name="Line 527"/>
          <p:cNvSpPr>
            <a:spLocks noChangeShapeType="1"/>
          </p:cNvSpPr>
          <p:nvPr/>
        </p:nvSpPr>
        <p:spPr bwMode="auto">
          <a:xfrm>
            <a:off x="3890963" y="3116792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9" name="Rectangle 528"/>
          <p:cNvSpPr>
            <a:spLocks noChangeArrowheads="1"/>
          </p:cNvSpPr>
          <p:nvPr/>
        </p:nvSpPr>
        <p:spPr bwMode="auto">
          <a:xfrm>
            <a:off x="3532188" y="3116792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2090" name="Oval 529"/>
          <p:cNvSpPr>
            <a:spLocks noChangeArrowheads="1"/>
          </p:cNvSpPr>
          <p:nvPr/>
        </p:nvSpPr>
        <p:spPr bwMode="auto">
          <a:xfrm>
            <a:off x="3529014" y="3059907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91" name="Group 530"/>
          <p:cNvGrpSpPr>
            <a:grpSpLocks/>
          </p:cNvGrpSpPr>
          <p:nvPr/>
        </p:nvGrpSpPr>
        <p:grpSpPr bwMode="auto">
          <a:xfrm>
            <a:off x="3614739" y="3079750"/>
            <a:ext cx="179387" cy="54240"/>
            <a:chOff x="2848" y="848"/>
            <a:chExt cx="140" cy="98"/>
          </a:xfrm>
        </p:grpSpPr>
        <p:sp>
          <p:nvSpPr>
            <p:cNvPr id="2349" name="Line 53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0" name="Line 53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1" name="Line 53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92" name="Group 534"/>
          <p:cNvGrpSpPr>
            <a:grpSpLocks/>
          </p:cNvGrpSpPr>
          <p:nvPr/>
        </p:nvGrpSpPr>
        <p:grpSpPr bwMode="auto">
          <a:xfrm flipV="1">
            <a:off x="3614739" y="3079750"/>
            <a:ext cx="179387" cy="54240"/>
            <a:chOff x="2848" y="848"/>
            <a:chExt cx="140" cy="98"/>
          </a:xfrm>
        </p:grpSpPr>
        <p:sp>
          <p:nvSpPr>
            <p:cNvPr id="2346" name="Line 53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7" name="Line 53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8" name="Line 53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93" name="Oval 538"/>
          <p:cNvSpPr>
            <a:spLocks noChangeArrowheads="1"/>
          </p:cNvSpPr>
          <p:nvPr/>
        </p:nvSpPr>
        <p:spPr bwMode="auto">
          <a:xfrm>
            <a:off x="2997201" y="2155032"/>
            <a:ext cx="347663" cy="74083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4" name="Line 539"/>
          <p:cNvSpPr>
            <a:spLocks noChangeShapeType="1"/>
          </p:cNvSpPr>
          <p:nvPr/>
        </p:nvSpPr>
        <p:spPr bwMode="auto">
          <a:xfrm>
            <a:off x="2997200" y="2148417"/>
            <a:ext cx="0" cy="46303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5" name="Line 540"/>
          <p:cNvSpPr>
            <a:spLocks noChangeShapeType="1"/>
          </p:cNvSpPr>
          <p:nvPr/>
        </p:nvSpPr>
        <p:spPr bwMode="auto">
          <a:xfrm>
            <a:off x="3344863" y="2148417"/>
            <a:ext cx="0" cy="46303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6" name="Rectangle 541"/>
          <p:cNvSpPr>
            <a:spLocks noChangeArrowheads="1"/>
          </p:cNvSpPr>
          <p:nvPr/>
        </p:nvSpPr>
        <p:spPr bwMode="auto">
          <a:xfrm>
            <a:off x="2997200" y="2148417"/>
            <a:ext cx="344488" cy="44979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2097" name="Oval 542"/>
          <p:cNvSpPr>
            <a:spLocks noChangeArrowheads="1"/>
          </p:cNvSpPr>
          <p:nvPr/>
        </p:nvSpPr>
        <p:spPr bwMode="auto">
          <a:xfrm>
            <a:off x="2994026" y="2095500"/>
            <a:ext cx="347663" cy="8599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98" name="Group 543"/>
          <p:cNvGrpSpPr>
            <a:grpSpLocks/>
          </p:cNvGrpSpPr>
          <p:nvPr/>
        </p:nvGrpSpPr>
        <p:grpSpPr bwMode="auto">
          <a:xfrm>
            <a:off x="3078163" y="2114021"/>
            <a:ext cx="171450" cy="51594"/>
            <a:chOff x="2848" y="848"/>
            <a:chExt cx="140" cy="98"/>
          </a:xfrm>
        </p:grpSpPr>
        <p:sp>
          <p:nvSpPr>
            <p:cNvPr id="2343" name="Line 54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4" name="Line 54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5" name="Line 54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99" name="Group 547"/>
          <p:cNvGrpSpPr>
            <a:grpSpLocks/>
          </p:cNvGrpSpPr>
          <p:nvPr/>
        </p:nvGrpSpPr>
        <p:grpSpPr bwMode="auto">
          <a:xfrm flipV="1">
            <a:off x="3078163" y="2114021"/>
            <a:ext cx="171450" cy="50271"/>
            <a:chOff x="2848" y="848"/>
            <a:chExt cx="140" cy="98"/>
          </a:xfrm>
        </p:grpSpPr>
        <p:sp>
          <p:nvSpPr>
            <p:cNvPr id="2340" name="Line 54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1" name="Line 54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2" name="Line 55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00" name="Oval 551"/>
          <p:cNvSpPr>
            <a:spLocks noChangeArrowheads="1"/>
          </p:cNvSpPr>
          <p:nvPr/>
        </p:nvSpPr>
        <p:spPr bwMode="auto">
          <a:xfrm>
            <a:off x="2995614" y="2371990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01" name="Line 552"/>
          <p:cNvSpPr>
            <a:spLocks noChangeShapeType="1"/>
          </p:cNvSpPr>
          <p:nvPr/>
        </p:nvSpPr>
        <p:spPr bwMode="auto">
          <a:xfrm>
            <a:off x="2995613" y="2365375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2" name="Line 553"/>
          <p:cNvSpPr>
            <a:spLocks noChangeShapeType="1"/>
          </p:cNvSpPr>
          <p:nvPr/>
        </p:nvSpPr>
        <p:spPr bwMode="auto">
          <a:xfrm>
            <a:off x="3354388" y="2365375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3" name="Rectangle 554"/>
          <p:cNvSpPr>
            <a:spLocks noChangeArrowheads="1"/>
          </p:cNvSpPr>
          <p:nvPr/>
        </p:nvSpPr>
        <p:spPr bwMode="auto">
          <a:xfrm>
            <a:off x="2995613" y="2365375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2104" name="Oval 555"/>
          <p:cNvSpPr>
            <a:spLocks noChangeArrowheads="1"/>
          </p:cNvSpPr>
          <p:nvPr/>
        </p:nvSpPr>
        <p:spPr bwMode="auto">
          <a:xfrm>
            <a:off x="2992439" y="2308491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05" name="Group 556"/>
          <p:cNvGrpSpPr>
            <a:grpSpLocks/>
          </p:cNvGrpSpPr>
          <p:nvPr/>
        </p:nvGrpSpPr>
        <p:grpSpPr bwMode="auto">
          <a:xfrm>
            <a:off x="3078164" y="2328333"/>
            <a:ext cx="179387" cy="54240"/>
            <a:chOff x="2848" y="848"/>
            <a:chExt cx="140" cy="98"/>
          </a:xfrm>
        </p:grpSpPr>
        <p:sp>
          <p:nvSpPr>
            <p:cNvPr id="2337" name="Line 55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8" name="Line 55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9" name="Line 55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06" name="Group 560"/>
          <p:cNvGrpSpPr>
            <a:grpSpLocks/>
          </p:cNvGrpSpPr>
          <p:nvPr/>
        </p:nvGrpSpPr>
        <p:grpSpPr bwMode="auto">
          <a:xfrm flipV="1">
            <a:off x="3078164" y="2328333"/>
            <a:ext cx="179387" cy="54240"/>
            <a:chOff x="2848" y="848"/>
            <a:chExt cx="140" cy="98"/>
          </a:xfrm>
        </p:grpSpPr>
        <p:sp>
          <p:nvSpPr>
            <p:cNvPr id="2334" name="Line 56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5" name="Line 56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6" name="Line 56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07" name="Oval 564"/>
          <p:cNvSpPr>
            <a:spLocks noChangeArrowheads="1"/>
          </p:cNvSpPr>
          <p:nvPr/>
        </p:nvSpPr>
        <p:spPr bwMode="auto">
          <a:xfrm>
            <a:off x="3471863" y="2073011"/>
            <a:ext cx="330200" cy="7143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08" name="Line 565"/>
          <p:cNvSpPr>
            <a:spLocks noChangeShapeType="1"/>
          </p:cNvSpPr>
          <p:nvPr/>
        </p:nvSpPr>
        <p:spPr bwMode="auto">
          <a:xfrm>
            <a:off x="3471863" y="2067720"/>
            <a:ext cx="0" cy="43656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" name="Line 566"/>
          <p:cNvSpPr>
            <a:spLocks noChangeShapeType="1"/>
          </p:cNvSpPr>
          <p:nvPr/>
        </p:nvSpPr>
        <p:spPr bwMode="auto">
          <a:xfrm>
            <a:off x="3802063" y="2067720"/>
            <a:ext cx="0" cy="43656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0" name="Rectangle 567"/>
          <p:cNvSpPr>
            <a:spLocks noChangeArrowheads="1"/>
          </p:cNvSpPr>
          <p:nvPr/>
        </p:nvSpPr>
        <p:spPr bwMode="auto">
          <a:xfrm>
            <a:off x="3471864" y="2067720"/>
            <a:ext cx="327025" cy="43656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2111" name="Oval 568"/>
          <p:cNvSpPr>
            <a:spLocks noChangeArrowheads="1"/>
          </p:cNvSpPr>
          <p:nvPr/>
        </p:nvSpPr>
        <p:spPr bwMode="auto">
          <a:xfrm>
            <a:off x="3468688" y="2016126"/>
            <a:ext cx="330200" cy="8334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12" name="Group 569"/>
          <p:cNvGrpSpPr>
            <a:grpSpLocks/>
          </p:cNvGrpSpPr>
          <p:nvPr/>
        </p:nvGrpSpPr>
        <p:grpSpPr bwMode="auto">
          <a:xfrm>
            <a:off x="3548063" y="2034646"/>
            <a:ext cx="163512" cy="47625"/>
            <a:chOff x="2848" y="848"/>
            <a:chExt cx="140" cy="98"/>
          </a:xfrm>
        </p:grpSpPr>
        <p:sp>
          <p:nvSpPr>
            <p:cNvPr id="2331" name="Line 57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2" name="Line 57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3" name="Line 57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13" name="Group 573"/>
          <p:cNvGrpSpPr>
            <a:grpSpLocks/>
          </p:cNvGrpSpPr>
          <p:nvPr/>
        </p:nvGrpSpPr>
        <p:grpSpPr bwMode="auto">
          <a:xfrm flipV="1">
            <a:off x="3548063" y="2033324"/>
            <a:ext cx="163512" cy="48948"/>
            <a:chOff x="2848" y="848"/>
            <a:chExt cx="140" cy="98"/>
          </a:xfrm>
        </p:grpSpPr>
        <p:sp>
          <p:nvSpPr>
            <p:cNvPr id="2328" name="Line 57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9" name="Line 57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0" name="Line 57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14" name="Oval 577"/>
          <p:cNvSpPr>
            <a:spLocks noChangeArrowheads="1"/>
          </p:cNvSpPr>
          <p:nvPr/>
        </p:nvSpPr>
        <p:spPr bwMode="auto">
          <a:xfrm>
            <a:off x="3557589" y="2371990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15" name="Line 578"/>
          <p:cNvSpPr>
            <a:spLocks noChangeShapeType="1"/>
          </p:cNvSpPr>
          <p:nvPr/>
        </p:nvSpPr>
        <p:spPr bwMode="auto">
          <a:xfrm>
            <a:off x="3557588" y="2365375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6" name="Line 579"/>
          <p:cNvSpPr>
            <a:spLocks noChangeShapeType="1"/>
          </p:cNvSpPr>
          <p:nvPr/>
        </p:nvSpPr>
        <p:spPr bwMode="auto">
          <a:xfrm>
            <a:off x="3916363" y="2365375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7" name="Rectangle 580"/>
          <p:cNvSpPr>
            <a:spLocks noChangeArrowheads="1"/>
          </p:cNvSpPr>
          <p:nvPr/>
        </p:nvSpPr>
        <p:spPr bwMode="auto">
          <a:xfrm>
            <a:off x="3557588" y="2365375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2118" name="Oval 581"/>
          <p:cNvSpPr>
            <a:spLocks noChangeArrowheads="1"/>
          </p:cNvSpPr>
          <p:nvPr/>
        </p:nvSpPr>
        <p:spPr bwMode="auto">
          <a:xfrm>
            <a:off x="3554414" y="2308491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19" name="Group 582"/>
          <p:cNvGrpSpPr>
            <a:grpSpLocks/>
          </p:cNvGrpSpPr>
          <p:nvPr/>
        </p:nvGrpSpPr>
        <p:grpSpPr bwMode="auto">
          <a:xfrm>
            <a:off x="3640139" y="2328333"/>
            <a:ext cx="179387" cy="54240"/>
            <a:chOff x="2848" y="848"/>
            <a:chExt cx="140" cy="98"/>
          </a:xfrm>
        </p:grpSpPr>
        <p:sp>
          <p:nvSpPr>
            <p:cNvPr id="2325" name="Line 58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6" name="Line 58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7" name="Line 58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20" name="Group 586"/>
          <p:cNvGrpSpPr>
            <a:grpSpLocks/>
          </p:cNvGrpSpPr>
          <p:nvPr/>
        </p:nvGrpSpPr>
        <p:grpSpPr bwMode="auto">
          <a:xfrm flipV="1">
            <a:off x="3640139" y="2328333"/>
            <a:ext cx="179387" cy="54240"/>
            <a:chOff x="2848" y="848"/>
            <a:chExt cx="140" cy="98"/>
          </a:xfrm>
        </p:grpSpPr>
        <p:sp>
          <p:nvSpPr>
            <p:cNvPr id="2322" name="Line 58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3" name="Line 58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" name="Line 58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21" name="Oval 590"/>
          <p:cNvSpPr>
            <a:spLocks noChangeArrowheads="1"/>
          </p:cNvSpPr>
          <p:nvPr/>
        </p:nvSpPr>
        <p:spPr bwMode="auto">
          <a:xfrm>
            <a:off x="2147889" y="2151063"/>
            <a:ext cx="346075" cy="72761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22" name="Line 591"/>
          <p:cNvSpPr>
            <a:spLocks noChangeShapeType="1"/>
          </p:cNvSpPr>
          <p:nvPr/>
        </p:nvSpPr>
        <p:spPr bwMode="auto">
          <a:xfrm>
            <a:off x="2147888" y="2144449"/>
            <a:ext cx="0" cy="44979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3" name="Line 592"/>
          <p:cNvSpPr>
            <a:spLocks noChangeShapeType="1"/>
          </p:cNvSpPr>
          <p:nvPr/>
        </p:nvSpPr>
        <p:spPr bwMode="auto">
          <a:xfrm>
            <a:off x="2493963" y="2144449"/>
            <a:ext cx="0" cy="44979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4" name="Rectangle 593"/>
          <p:cNvSpPr>
            <a:spLocks noChangeArrowheads="1"/>
          </p:cNvSpPr>
          <p:nvPr/>
        </p:nvSpPr>
        <p:spPr bwMode="auto">
          <a:xfrm>
            <a:off x="2147888" y="2144449"/>
            <a:ext cx="342900" cy="44979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2125" name="Oval 594"/>
          <p:cNvSpPr>
            <a:spLocks noChangeArrowheads="1"/>
          </p:cNvSpPr>
          <p:nvPr/>
        </p:nvSpPr>
        <p:spPr bwMode="auto">
          <a:xfrm>
            <a:off x="2144714" y="2091532"/>
            <a:ext cx="346075" cy="85989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26" name="Group 595"/>
          <p:cNvGrpSpPr>
            <a:grpSpLocks/>
          </p:cNvGrpSpPr>
          <p:nvPr/>
        </p:nvGrpSpPr>
        <p:grpSpPr bwMode="auto">
          <a:xfrm>
            <a:off x="2228850" y="2110053"/>
            <a:ext cx="171450" cy="50271"/>
            <a:chOff x="2848" y="848"/>
            <a:chExt cx="140" cy="98"/>
          </a:xfrm>
        </p:grpSpPr>
        <p:sp>
          <p:nvSpPr>
            <p:cNvPr id="2319" name="Line 59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0" name="Line 59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1" name="Line 59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27" name="Group 599"/>
          <p:cNvGrpSpPr>
            <a:grpSpLocks/>
          </p:cNvGrpSpPr>
          <p:nvPr/>
        </p:nvGrpSpPr>
        <p:grpSpPr bwMode="auto">
          <a:xfrm flipV="1">
            <a:off x="2228850" y="2110053"/>
            <a:ext cx="171450" cy="48948"/>
            <a:chOff x="2848" y="848"/>
            <a:chExt cx="140" cy="98"/>
          </a:xfrm>
        </p:grpSpPr>
        <p:sp>
          <p:nvSpPr>
            <p:cNvPr id="2316" name="Line 60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7" name="Line 60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8" name="Line 60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28" name="Oval 603"/>
          <p:cNvSpPr>
            <a:spLocks noChangeArrowheads="1"/>
          </p:cNvSpPr>
          <p:nvPr/>
        </p:nvSpPr>
        <p:spPr bwMode="auto">
          <a:xfrm>
            <a:off x="1841501" y="3108855"/>
            <a:ext cx="346075" cy="72761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29" name="Line 604"/>
          <p:cNvSpPr>
            <a:spLocks noChangeShapeType="1"/>
          </p:cNvSpPr>
          <p:nvPr/>
        </p:nvSpPr>
        <p:spPr bwMode="auto">
          <a:xfrm>
            <a:off x="1841500" y="3102241"/>
            <a:ext cx="0" cy="44979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" name="Line 605"/>
          <p:cNvSpPr>
            <a:spLocks noChangeShapeType="1"/>
          </p:cNvSpPr>
          <p:nvPr/>
        </p:nvSpPr>
        <p:spPr bwMode="auto">
          <a:xfrm>
            <a:off x="2187575" y="3102241"/>
            <a:ext cx="0" cy="44979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1" name="Rectangle 606"/>
          <p:cNvSpPr>
            <a:spLocks noChangeArrowheads="1"/>
          </p:cNvSpPr>
          <p:nvPr/>
        </p:nvSpPr>
        <p:spPr bwMode="auto">
          <a:xfrm>
            <a:off x="1841500" y="3102241"/>
            <a:ext cx="342900" cy="44979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2132" name="Oval 607"/>
          <p:cNvSpPr>
            <a:spLocks noChangeArrowheads="1"/>
          </p:cNvSpPr>
          <p:nvPr/>
        </p:nvSpPr>
        <p:spPr bwMode="auto">
          <a:xfrm>
            <a:off x="1838326" y="3049324"/>
            <a:ext cx="346075" cy="85989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33" name="Group 608"/>
          <p:cNvGrpSpPr>
            <a:grpSpLocks/>
          </p:cNvGrpSpPr>
          <p:nvPr/>
        </p:nvGrpSpPr>
        <p:grpSpPr bwMode="auto">
          <a:xfrm>
            <a:off x="1922463" y="3067845"/>
            <a:ext cx="171450" cy="50271"/>
            <a:chOff x="2848" y="848"/>
            <a:chExt cx="140" cy="98"/>
          </a:xfrm>
        </p:grpSpPr>
        <p:sp>
          <p:nvSpPr>
            <p:cNvPr id="2313" name="Line 60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" name="Line 61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5" name="Line 61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34" name="Group 612"/>
          <p:cNvGrpSpPr>
            <a:grpSpLocks/>
          </p:cNvGrpSpPr>
          <p:nvPr/>
        </p:nvGrpSpPr>
        <p:grpSpPr bwMode="auto">
          <a:xfrm flipV="1">
            <a:off x="1922463" y="3067844"/>
            <a:ext cx="171450" cy="48948"/>
            <a:chOff x="2848" y="848"/>
            <a:chExt cx="140" cy="98"/>
          </a:xfrm>
        </p:grpSpPr>
        <p:sp>
          <p:nvSpPr>
            <p:cNvPr id="2310" name="Line 61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1" name="Line 61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2" name="Line 61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35" name="Line 616"/>
          <p:cNvSpPr>
            <a:spLocks noChangeShapeType="1"/>
          </p:cNvSpPr>
          <p:nvPr/>
        </p:nvSpPr>
        <p:spPr bwMode="auto">
          <a:xfrm flipV="1">
            <a:off x="3040063" y="3406511"/>
            <a:ext cx="227012" cy="36380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36" name="Line 617"/>
          <p:cNvSpPr>
            <a:spLocks noChangeShapeType="1"/>
          </p:cNvSpPr>
          <p:nvPr/>
        </p:nvSpPr>
        <p:spPr bwMode="auto">
          <a:xfrm>
            <a:off x="3163888" y="3188229"/>
            <a:ext cx="163512" cy="10054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37" name="Line 618"/>
          <p:cNvSpPr>
            <a:spLocks noChangeShapeType="1"/>
          </p:cNvSpPr>
          <p:nvPr/>
        </p:nvSpPr>
        <p:spPr bwMode="auto">
          <a:xfrm>
            <a:off x="3260725" y="3122083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38" name="Line 619"/>
          <p:cNvSpPr>
            <a:spLocks noChangeShapeType="1"/>
          </p:cNvSpPr>
          <p:nvPr/>
        </p:nvSpPr>
        <p:spPr bwMode="auto">
          <a:xfrm flipV="1">
            <a:off x="3497264" y="3193521"/>
            <a:ext cx="134937" cy="873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39" name="Line 620"/>
          <p:cNvSpPr>
            <a:spLocks noChangeShapeType="1"/>
          </p:cNvSpPr>
          <p:nvPr/>
        </p:nvSpPr>
        <p:spPr bwMode="auto">
          <a:xfrm>
            <a:off x="2195513" y="3127375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0" name="Line 621"/>
          <p:cNvSpPr>
            <a:spLocks noChangeShapeType="1"/>
          </p:cNvSpPr>
          <p:nvPr/>
        </p:nvSpPr>
        <p:spPr bwMode="auto">
          <a:xfrm>
            <a:off x="2490789" y="2166938"/>
            <a:ext cx="509587" cy="2646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1" name="Line 622"/>
          <p:cNvSpPr>
            <a:spLocks noChangeShapeType="1"/>
          </p:cNvSpPr>
          <p:nvPr/>
        </p:nvSpPr>
        <p:spPr bwMode="auto">
          <a:xfrm>
            <a:off x="2057400" y="2024062"/>
            <a:ext cx="152400" cy="6879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2" name="Freeform 623"/>
          <p:cNvSpPr>
            <a:spLocks/>
          </p:cNvSpPr>
          <p:nvPr/>
        </p:nvSpPr>
        <p:spPr bwMode="auto">
          <a:xfrm>
            <a:off x="1377950" y="3696229"/>
            <a:ext cx="2979738" cy="1213115"/>
          </a:xfrm>
          <a:custGeom>
            <a:avLst/>
            <a:gdLst>
              <a:gd name="T0" fmla="*/ 889 w 1877"/>
              <a:gd name="T1" fmla="*/ 23 h 917"/>
              <a:gd name="T2" fmla="*/ 692 w 1877"/>
              <a:gd name="T3" fmla="*/ 109 h 917"/>
              <a:gd name="T4" fmla="*/ 415 w 1877"/>
              <a:gd name="T5" fmla="*/ 91 h 917"/>
              <a:gd name="T6" fmla="*/ 112 w 1877"/>
              <a:gd name="T7" fmla="*/ 170 h 917"/>
              <a:gd name="T8" fmla="*/ 50 w 1877"/>
              <a:gd name="T9" fmla="*/ 353 h 917"/>
              <a:gd name="T10" fmla="*/ 14 w 1877"/>
              <a:gd name="T11" fmla="*/ 528 h 917"/>
              <a:gd name="T12" fmla="*/ 139 w 1877"/>
              <a:gd name="T13" fmla="*/ 650 h 917"/>
              <a:gd name="T14" fmla="*/ 505 w 1877"/>
              <a:gd name="T15" fmla="*/ 781 h 917"/>
              <a:gd name="T16" fmla="*/ 933 w 1877"/>
              <a:gd name="T17" fmla="*/ 886 h 917"/>
              <a:gd name="T18" fmla="*/ 1370 w 1877"/>
              <a:gd name="T19" fmla="*/ 901 h 917"/>
              <a:gd name="T20" fmla="*/ 1676 w 1877"/>
              <a:gd name="T21" fmla="*/ 793 h 917"/>
              <a:gd name="T22" fmla="*/ 1860 w 1877"/>
              <a:gd name="T23" fmla="*/ 624 h 917"/>
              <a:gd name="T24" fmla="*/ 1776 w 1877"/>
              <a:gd name="T25" fmla="*/ 219 h 917"/>
              <a:gd name="T26" fmla="*/ 1503 w 1877"/>
              <a:gd name="T27" fmla="*/ 100 h 917"/>
              <a:gd name="T28" fmla="*/ 1200 w 1877"/>
              <a:gd name="T29" fmla="*/ 13 h 917"/>
              <a:gd name="T30" fmla="*/ 889 w 1877"/>
              <a:gd name="T31" fmla="*/ 23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3" name="Line 624"/>
          <p:cNvSpPr>
            <a:spLocks noChangeShapeType="1"/>
          </p:cNvSpPr>
          <p:nvPr/>
        </p:nvSpPr>
        <p:spPr bwMode="auto">
          <a:xfrm rot="-5400000">
            <a:off x="3656807" y="4298422"/>
            <a:ext cx="436563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4" name="Line 625"/>
          <p:cNvSpPr>
            <a:spLocks noChangeShapeType="1"/>
          </p:cNvSpPr>
          <p:nvPr/>
        </p:nvSpPr>
        <p:spPr bwMode="auto">
          <a:xfrm rot="5400000" flipV="1">
            <a:off x="3759465" y="4537076"/>
            <a:ext cx="2646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5" name="Line 626"/>
          <p:cNvSpPr>
            <a:spLocks noChangeShapeType="1"/>
          </p:cNvSpPr>
          <p:nvPr/>
        </p:nvSpPr>
        <p:spPr bwMode="auto">
          <a:xfrm rot="-5400000">
            <a:off x="3944938" y="4264819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46" name="Group 627"/>
          <p:cNvGrpSpPr>
            <a:grpSpLocks/>
          </p:cNvGrpSpPr>
          <p:nvPr/>
        </p:nvGrpSpPr>
        <p:grpSpPr bwMode="auto">
          <a:xfrm>
            <a:off x="3524250" y="4032250"/>
            <a:ext cx="501650" cy="195792"/>
            <a:chOff x="4701" y="2996"/>
            <a:chExt cx="316" cy="148"/>
          </a:xfrm>
        </p:grpSpPr>
        <p:sp>
          <p:nvSpPr>
            <p:cNvPr id="2297" name="Oval 628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8" name="Line 629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9" name="Line 630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0" name="Rectangle 631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2301" name="Oval 632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02" name="Group 633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2307" name="Line 63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08" name="Line 63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09" name="Line 63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03" name="Group 637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2304" name="Line 63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05" name="Line 63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06" name="Line 64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147" name="Group 641"/>
          <p:cNvGrpSpPr>
            <a:grpSpLocks/>
          </p:cNvGrpSpPr>
          <p:nvPr/>
        </p:nvGrpSpPr>
        <p:grpSpPr bwMode="auto">
          <a:xfrm>
            <a:off x="2708275" y="3802062"/>
            <a:ext cx="501650" cy="195792"/>
            <a:chOff x="3600" y="219"/>
            <a:chExt cx="360" cy="175"/>
          </a:xfrm>
        </p:grpSpPr>
        <p:sp>
          <p:nvSpPr>
            <p:cNvPr id="2284" name="Oval 642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5" name="Line 643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6" name="Line 644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7" name="Rectangle 645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2288" name="Oval 646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89" name="Group 647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294" name="Line 64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5" name="Line 64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6" name="Line 65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90" name="Group 651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291" name="Line 65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2" name="Line 65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3" name="Line 65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148" name="Group 655"/>
          <p:cNvGrpSpPr>
            <a:grpSpLocks/>
          </p:cNvGrpSpPr>
          <p:nvPr/>
        </p:nvGrpSpPr>
        <p:grpSpPr bwMode="auto">
          <a:xfrm>
            <a:off x="2043113" y="4056062"/>
            <a:ext cx="501650" cy="195792"/>
            <a:chOff x="3600" y="219"/>
            <a:chExt cx="360" cy="175"/>
          </a:xfrm>
        </p:grpSpPr>
        <p:sp>
          <p:nvSpPr>
            <p:cNvPr id="2271" name="Oval 65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2" name="Line 65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" name="Line 65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4" name="Rectangle 65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2275" name="Oval 66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76" name="Group 66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281" name="Line 66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2" name="Line 66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3" name="Line 66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77" name="Group 66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278" name="Line 66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79" name="Line 66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0" name="Line 66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149" name="Line 669"/>
          <p:cNvSpPr>
            <a:spLocks noChangeShapeType="1"/>
          </p:cNvSpPr>
          <p:nvPr/>
        </p:nvSpPr>
        <p:spPr bwMode="auto">
          <a:xfrm>
            <a:off x="3157539" y="3978011"/>
            <a:ext cx="358775" cy="10054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" name="Line 670"/>
          <p:cNvSpPr>
            <a:spLocks noChangeShapeType="1"/>
          </p:cNvSpPr>
          <p:nvPr/>
        </p:nvSpPr>
        <p:spPr bwMode="auto">
          <a:xfrm flipV="1">
            <a:off x="2505076" y="3988595"/>
            <a:ext cx="277813" cy="91281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" name="Line 671"/>
          <p:cNvSpPr>
            <a:spLocks noChangeShapeType="1"/>
          </p:cNvSpPr>
          <p:nvPr/>
        </p:nvSpPr>
        <p:spPr bwMode="auto">
          <a:xfrm flipV="1">
            <a:off x="2547938" y="4157928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" name="Line 672"/>
          <p:cNvSpPr>
            <a:spLocks noChangeShapeType="1"/>
          </p:cNvSpPr>
          <p:nvPr/>
        </p:nvSpPr>
        <p:spPr bwMode="auto">
          <a:xfrm flipH="1">
            <a:off x="1843088" y="3946261"/>
            <a:ext cx="254000" cy="39158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" name="Line 673"/>
          <p:cNvSpPr>
            <a:spLocks noChangeShapeType="1"/>
          </p:cNvSpPr>
          <p:nvPr/>
        </p:nvSpPr>
        <p:spPr bwMode="auto">
          <a:xfrm>
            <a:off x="1868488" y="3988594"/>
            <a:ext cx="1968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" name="Line 674"/>
          <p:cNvSpPr>
            <a:spLocks noChangeShapeType="1"/>
          </p:cNvSpPr>
          <p:nvPr/>
        </p:nvSpPr>
        <p:spPr bwMode="auto">
          <a:xfrm>
            <a:off x="1728789" y="4269053"/>
            <a:ext cx="15398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" name="Line 675"/>
          <p:cNvSpPr>
            <a:spLocks noChangeShapeType="1"/>
          </p:cNvSpPr>
          <p:nvPr/>
        </p:nvSpPr>
        <p:spPr bwMode="auto">
          <a:xfrm>
            <a:off x="1981200" y="4335198"/>
            <a:ext cx="49053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" name="Line 676"/>
          <p:cNvSpPr>
            <a:spLocks noChangeShapeType="1"/>
          </p:cNvSpPr>
          <p:nvPr/>
        </p:nvSpPr>
        <p:spPr bwMode="auto">
          <a:xfrm flipH="1">
            <a:off x="2220914" y="4258469"/>
            <a:ext cx="53975" cy="714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7" name="Line 677"/>
          <p:cNvSpPr>
            <a:spLocks noChangeShapeType="1"/>
          </p:cNvSpPr>
          <p:nvPr/>
        </p:nvSpPr>
        <p:spPr bwMode="auto">
          <a:xfrm>
            <a:off x="2033589" y="4332552"/>
            <a:ext cx="1587" cy="6879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8" name="Line 678"/>
          <p:cNvSpPr>
            <a:spLocks noChangeShapeType="1"/>
          </p:cNvSpPr>
          <p:nvPr/>
        </p:nvSpPr>
        <p:spPr bwMode="auto">
          <a:xfrm flipH="1" flipV="1">
            <a:off x="2430463" y="4339167"/>
            <a:ext cx="0" cy="635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" name="Line 679"/>
          <p:cNvSpPr>
            <a:spLocks noChangeShapeType="1"/>
          </p:cNvSpPr>
          <p:nvPr/>
        </p:nvSpPr>
        <p:spPr bwMode="auto">
          <a:xfrm>
            <a:off x="2511425" y="4221428"/>
            <a:ext cx="503238" cy="224896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" name="Line 680"/>
          <p:cNvSpPr>
            <a:spLocks noChangeShapeType="1"/>
          </p:cNvSpPr>
          <p:nvPr/>
        </p:nvSpPr>
        <p:spPr bwMode="auto">
          <a:xfrm>
            <a:off x="1960563" y="4167188"/>
            <a:ext cx="8096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61" name="Group 681"/>
          <p:cNvGrpSpPr>
            <a:grpSpLocks/>
          </p:cNvGrpSpPr>
          <p:nvPr/>
        </p:nvGrpSpPr>
        <p:grpSpPr bwMode="auto">
          <a:xfrm>
            <a:off x="1146176" y="1467115"/>
            <a:ext cx="3021013" cy="3317875"/>
            <a:chOff x="-1203" y="1352"/>
            <a:chExt cx="1903" cy="2508"/>
          </a:xfrm>
        </p:grpSpPr>
        <p:grpSp>
          <p:nvGrpSpPr>
            <p:cNvPr id="2244" name="Group 682"/>
            <p:cNvGrpSpPr>
              <a:grpSpLocks/>
            </p:cNvGrpSpPr>
            <p:nvPr/>
          </p:nvGrpSpPr>
          <p:grpSpPr bwMode="auto">
            <a:xfrm>
              <a:off x="-1203" y="1647"/>
              <a:ext cx="436" cy="114"/>
              <a:chOff x="3072" y="739"/>
              <a:chExt cx="652" cy="146"/>
            </a:xfrm>
          </p:grpSpPr>
          <p:pic>
            <p:nvPicPr>
              <p:cNvPr id="2268" name="Picture 683" descr="lgv_fqmg[1]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9" name="Line 684"/>
              <p:cNvSpPr>
                <a:spLocks noChangeShapeType="1"/>
              </p:cNvSpPr>
              <p:nvPr/>
            </p:nvSpPr>
            <p:spPr bwMode="auto">
              <a:xfrm flipH="1">
                <a:off x="3104" y="784"/>
                <a:ext cx="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" name="Line 685"/>
              <p:cNvSpPr>
                <a:spLocks noChangeShapeType="1"/>
              </p:cNvSpPr>
              <p:nvPr/>
            </p:nvSpPr>
            <p:spPr bwMode="auto">
              <a:xfrm flipH="1">
                <a:off x="3072" y="7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245" name="Picture 686" descr="imgyjavg[1]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27" y="1466"/>
              <a:ext cx="23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46" name="Group 687"/>
            <p:cNvGrpSpPr>
              <a:grpSpLocks/>
            </p:cNvGrpSpPr>
            <p:nvPr/>
          </p:nvGrpSpPr>
          <p:grpSpPr bwMode="auto">
            <a:xfrm>
              <a:off x="-546" y="1352"/>
              <a:ext cx="256" cy="269"/>
              <a:chOff x="2870" y="1518"/>
              <a:chExt cx="292" cy="320"/>
            </a:xfrm>
          </p:grpSpPr>
          <p:graphicFrame>
            <p:nvGraphicFramePr>
              <p:cNvPr id="2061" name="Object 688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69" name="Clip" r:id="rId5" imgW="819000" imgH="847800" progId="MS_ClipArt_Gallery.2">
                      <p:embed/>
                    </p:oleObj>
                  </mc:Choice>
                  <mc:Fallback>
                    <p:oleObj name="Clip" r:id="rId5" imgW="819000" imgH="84780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2" name="Object 689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0" name="Clip" r:id="rId7" imgW="1266840" imgH="1200240" progId="MS_ClipArt_Gallery.2">
                      <p:embed/>
                    </p:oleObj>
                  </mc:Choice>
                  <mc:Fallback>
                    <p:oleObj name="Clip" r:id="rId7" imgW="1266840" imgH="120024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47" name="Group 690"/>
            <p:cNvGrpSpPr>
              <a:grpSpLocks/>
            </p:cNvGrpSpPr>
            <p:nvPr/>
          </p:nvGrpSpPr>
          <p:grpSpPr bwMode="auto">
            <a:xfrm>
              <a:off x="-1002" y="2262"/>
              <a:ext cx="209" cy="224"/>
              <a:chOff x="2870" y="1518"/>
              <a:chExt cx="292" cy="320"/>
            </a:xfrm>
          </p:grpSpPr>
          <p:graphicFrame>
            <p:nvGraphicFramePr>
              <p:cNvPr id="2059" name="Object 691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1" name="Clip" r:id="rId9" imgW="819000" imgH="847800" progId="MS_ClipArt_Gallery.2">
                      <p:embed/>
                    </p:oleObj>
                  </mc:Choice>
                  <mc:Fallback>
                    <p:oleObj name="Clip" r:id="rId9" imgW="819000" imgH="84780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0" name="Object 692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2" name="Clip" r:id="rId10" imgW="1266840" imgH="1200240" progId="MS_ClipArt_Gallery.2">
                      <p:embed/>
                    </p:oleObj>
                  </mc:Choice>
                  <mc:Fallback>
                    <p:oleObj name="Clip" r:id="rId10" imgW="1266840" imgH="120024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50" name="Object 693"/>
            <p:cNvGraphicFramePr>
              <a:graphicFrameLocks noChangeAspect="1"/>
            </p:cNvGraphicFramePr>
            <p:nvPr/>
          </p:nvGraphicFramePr>
          <p:xfrm>
            <a:off x="-732" y="2289"/>
            <a:ext cx="2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3" name="Clip" r:id="rId11" imgW="1305000" imgH="1085760" progId="MS_ClipArt_Gallery.2">
                    <p:embed/>
                  </p:oleObj>
                </mc:Choice>
                <mc:Fallback>
                  <p:oleObj name="Clip" r:id="rId11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32" y="2289"/>
                          <a:ext cx="207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48" name="Group 694"/>
            <p:cNvGrpSpPr>
              <a:grpSpLocks/>
            </p:cNvGrpSpPr>
            <p:nvPr/>
          </p:nvGrpSpPr>
          <p:grpSpPr bwMode="auto">
            <a:xfrm>
              <a:off x="310" y="3575"/>
              <a:ext cx="125" cy="230"/>
              <a:chOff x="4180" y="783"/>
              <a:chExt cx="150" cy="307"/>
            </a:xfrm>
          </p:grpSpPr>
          <p:sp>
            <p:nvSpPr>
              <p:cNvPr id="2260" name="AutoShape 695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1" name="Rectangle 696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2" name="Rectangle 697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3" name="AutoShape 698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" name="Line 699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5" name="Line 700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6" name="Rectangle 701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7" name="Rectangle 702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2051" name="Object 703"/>
            <p:cNvGraphicFramePr>
              <a:graphicFrameLocks noChangeAspect="1"/>
            </p:cNvGraphicFramePr>
            <p:nvPr/>
          </p:nvGraphicFramePr>
          <p:xfrm>
            <a:off x="-975" y="33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4" name="Clip" r:id="rId13" imgW="1305000" imgH="1085760" progId="MS_ClipArt_Gallery.2">
                    <p:embed/>
                  </p:oleObj>
                </mc:Choice>
                <mc:Fallback>
                  <p:oleObj name="Clip" r:id="rId13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75" y="33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" name="Object 704"/>
            <p:cNvGraphicFramePr>
              <a:graphicFrameLocks noChangeAspect="1"/>
            </p:cNvGraphicFramePr>
            <p:nvPr/>
          </p:nvGraphicFramePr>
          <p:xfrm>
            <a:off x="-871" y="31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5" name="Clip" r:id="rId14" imgW="1305000" imgH="1085760" progId="MS_ClipArt_Gallery.2">
                    <p:embed/>
                  </p:oleObj>
                </mc:Choice>
                <mc:Fallback>
                  <p:oleObj name="Clip" r:id="rId14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71" y="31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" name="Object 705"/>
            <p:cNvGraphicFramePr>
              <a:graphicFrameLocks noChangeAspect="1"/>
            </p:cNvGraphicFramePr>
            <p:nvPr/>
          </p:nvGraphicFramePr>
          <p:xfrm>
            <a:off x="-703" y="354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" name="Clip" r:id="rId15" imgW="1305000" imgH="1085760" progId="MS_ClipArt_Gallery.2">
                    <p:embed/>
                  </p:oleObj>
                </mc:Choice>
                <mc:Fallback>
                  <p:oleObj name="Clip" r:id="rId15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03" y="354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" name="Object 706"/>
            <p:cNvGraphicFramePr>
              <a:graphicFrameLocks noChangeAspect="1"/>
            </p:cNvGraphicFramePr>
            <p:nvPr/>
          </p:nvGraphicFramePr>
          <p:xfrm>
            <a:off x="-489" y="3546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7" name="Clip" r:id="rId16" imgW="1305000" imgH="1085760" progId="MS_ClipArt_Gallery.2">
                    <p:embed/>
                  </p:oleObj>
                </mc:Choice>
                <mc:Fallback>
                  <p:oleObj name="Clip" r:id="rId16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89" y="3546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49" name="Group 707"/>
            <p:cNvGrpSpPr>
              <a:grpSpLocks/>
            </p:cNvGrpSpPr>
            <p:nvPr/>
          </p:nvGrpSpPr>
          <p:grpSpPr bwMode="auto">
            <a:xfrm>
              <a:off x="83" y="3625"/>
              <a:ext cx="172" cy="215"/>
              <a:chOff x="2870" y="1518"/>
              <a:chExt cx="292" cy="320"/>
            </a:xfrm>
          </p:grpSpPr>
          <p:graphicFrame>
            <p:nvGraphicFramePr>
              <p:cNvPr id="2057" name="Object 708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8" name="Clip" r:id="rId17" imgW="819000" imgH="847800" progId="MS_ClipArt_Gallery.2">
                      <p:embed/>
                    </p:oleObj>
                  </mc:Choice>
                  <mc:Fallback>
                    <p:oleObj name="Clip" r:id="rId17" imgW="819000" imgH="84780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8" name="Object 709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9" name="Clip" r:id="rId18" imgW="1266840" imgH="1200240" progId="MS_ClipArt_Gallery.2">
                      <p:embed/>
                    </p:oleObj>
                  </mc:Choice>
                  <mc:Fallback>
                    <p:oleObj name="Clip" r:id="rId18" imgW="1266840" imgH="120024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50" name="Group 710"/>
            <p:cNvGrpSpPr>
              <a:grpSpLocks/>
            </p:cNvGrpSpPr>
            <p:nvPr/>
          </p:nvGrpSpPr>
          <p:grpSpPr bwMode="auto">
            <a:xfrm>
              <a:off x="-201" y="3657"/>
              <a:ext cx="220" cy="203"/>
              <a:chOff x="2870" y="1518"/>
              <a:chExt cx="292" cy="320"/>
            </a:xfrm>
          </p:grpSpPr>
          <p:graphicFrame>
            <p:nvGraphicFramePr>
              <p:cNvPr id="2055" name="Object 711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0" name="Clip" r:id="rId19" imgW="819000" imgH="847800" progId="MS_ClipArt_Gallery.2">
                      <p:embed/>
                    </p:oleObj>
                  </mc:Choice>
                  <mc:Fallback>
                    <p:oleObj name="Clip" r:id="rId19" imgW="819000" imgH="84780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6" name="Object 712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1" name="Clip" r:id="rId20" imgW="1266840" imgH="1200240" progId="MS_ClipArt_Gallery.2">
                      <p:embed/>
                    </p:oleObj>
                  </mc:Choice>
                  <mc:Fallback>
                    <p:oleObj name="Clip" r:id="rId20" imgW="1266840" imgH="120024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51" name="Group 713"/>
            <p:cNvGrpSpPr>
              <a:grpSpLocks/>
            </p:cNvGrpSpPr>
            <p:nvPr/>
          </p:nvGrpSpPr>
          <p:grpSpPr bwMode="auto">
            <a:xfrm>
              <a:off x="569" y="3419"/>
              <a:ext cx="131" cy="258"/>
              <a:chOff x="4180" y="783"/>
              <a:chExt cx="150" cy="307"/>
            </a:xfrm>
          </p:grpSpPr>
          <p:sp>
            <p:nvSpPr>
              <p:cNvPr id="2252" name="AutoShape 714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3" name="Rectangle 715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4" name="Rectangle 716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5" name="AutoShape 717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" name="Line 718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7" name="Line 719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8" name="Rectangle 720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" name="Rectangle 721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162" name="Line 722"/>
          <p:cNvSpPr>
            <a:spLocks noChangeShapeType="1"/>
          </p:cNvSpPr>
          <p:nvPr/>
        </p:nvSpPr>
        <p:spPr bwMode="auto">
          <a:xfrm flipH="1">
            <a:off x="2049464" y="2935553"/>
            <a:ext cx="3175" cy="12038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3" name="Line 723"/>
          <p:cNvSpPr>
            <a:spLocks noChangeShapeType="1"/>
          </p:cNvSpPr>
          <p:nvPr/>
        </p:nvSpPr>
        <p:spPr bwMode="auto">
          <a:xfrm flipV="1">
            <a:off x="3346451" y="2087563"/>
            <a:ext cx="123825" cy="72761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4" name="Line 724"/>
          <p:cNvSpPr>
            <a:spLocks noChangeShapeType="1"/>
          </p:cNvSpPr>
          <p:nvPr/>
        </p:nvSpPr>
        <p:spPr bwMode="auto">
          <a:xfrm>
            <a:off x="3173413" y="2231761"/>
            <a:ext cx="0" cy="6879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" name="Line 725"/>
          <p:cNvSpPr>
            <a:spLocks noChangeShapeType="1"/>
          </p:cNvSpPr>
          <p:nvPr/>
        </p:nvSpPr>
        <p:spPr bwMode="auto">
          <a:xfrm flipV="1">
            <a:off x="3357564" y="2145771"/>
            <a:ext cx="263525" cy="240771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6" name="Line 726"/>
          <p:cNvSpPr>
            <a:spLocks noChangeShapeType="1"/>
          </p:cNvSpPr>
          <p:nvPr/>
        </p:nvSpPr>
        <p:spPr bwMode="auto">
          <a:xfrm>
            <a:off x="3709988" y="2144448"/>
            <a:ext cx="0" cy="16404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7" name="Line 727"/>
          <p:cNvSpPr>
            <a:spLocks noChangeShapeType="1"/>
          </p:cNvSpPr>
          <p:nvPr/>
        </p:nvSpPr>
        <p:spPr bwMode="auto">
          <a:xfrm>
            <a:off x="3363913" y="2399771"/>
            <a:ext cx="18891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8" name="Line 728"/>
          <p:cNvSpPr>
            <a:spLocks noChangeShapeType="1"/>
          </p:cNvSpPr>
          <p:nvPr/>
        </p:nvSpPr>
        <p:spPr bwMode="auto">
          <a:xfrm flipV="1">
            <a:off x="1658939" y="3122084"/>
            <a:ext cx="168275" cy="2646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9" name="Line 729"/>
          <p:cNvSpPr>
            <a:spLocks noChangeShapeType="1"/>
          </p:cNvSpPr>
          <p:nvPr/>
        </p:nvSpPr>
        <p:spPr bwMode="auto">
          <a:xfrm flipV="1">
            <a:off x="3778251" y="1894417"/>
            <a:ext cx="238125" cy="140229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70" name="Line 730"/>
          <p:cNvSpPr>
            <a:spLocks noChangeShapeType="1"/>
          </p:cNvSpPr>
          <p:nvPr/>
        </p:nvSpPr>
        <p:spPr bwMode="auto">
          <a:xfrm>
            <a:off x="3917950" y="2391833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71" name="Line 731"/>
          <p:cNvSpPr>
            <a:spLocks noChangeShapeType="1"/>
          </p:cNvSpPr>
          <p:nvPr/>
        </p:nvSpPr>
        <p:spPr bwMode="auto">
          <a:xfrm flipH="1">
            <a:off x="3063876" y="2455333"/>
            <a:ext cx="98425" cy="5873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72" name="Line 732"/>
          <p:cNvSpPr>
            <a:spLocks noChangeShapeType="1"/>
          </p:cNvSpPr>
          <p:nvPr/>
        </p:nvSpPr>
        <p:spPr bwMode="auto">
          <a:xfrm flipH="1">
            <a:off x="3654426" y="2455334"/>
            <a:ext cx="111125" cy="605896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73" name="Group 733"/>
          <p:cNvGrpSpPr>
            <a:grpSpLocks/>
          </p:cNvGrpSpPr>
          <p:nvPr/>
        </p:nvGrpSpPr>
        <p:grpSpPr bwMode="auto">
          <a:xfrm>
            <a:off x="2706688" y="3803386"/>
            <a:ext cx="501650" cy="195792"/>
            <a:chOff x="4701" y="2996"/>
            <a:chExt cx="316" cy="148"/>
          </a:xfrm>
        </p:grpSpPr>
        <p:sp>
          <p:nvSpPr>
            <p:cNvPr id="2231" name="Oval 734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" name="Line 735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" name="Line 736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4" name="Rectangle 737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2235" name="Oval 738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36" name="Group 739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2241" name="Line 74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42" name="Line 74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43" name="Line 74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37" name="Group 743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2238" name="Line 74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39" name="Line 74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40" name="Line 74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174" name="Group 747"/>
          <p:cNvGrpSpPr>
            <a:grpSpLocks/>
          </p:cNvGrpSpPr>
          <p:nvPr/>
        </p:nvGrpSpPr>
        <p:grpSpPr bwMode="auto">
          <a:xfrm>
            <a:off x="2041525" y="4054740"/>
            <a:ext cx="501650" cy="195792"/>
            <a:chOff x="4701" y="2996"/>
            <a:chExt cx="316" cy="148"/>
          </a:xfrm>
        </p:grpSpPr>
        <p:sp>
          <p:nvSpPr>
            <p:cNvPr id="2218" name="Oval 748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9" name="Line 749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0" name="Line 750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1" name="Rectangle 751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2222" name="Oval 752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23" name="Group 753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2228" name="Line 75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29" name="Line 75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30" name="Line 75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24" name="Group 757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2225" name="Line 75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26" name="Line 75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27" name="Line 76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175" name="Group 761"/>
          <p:cNvGrpSpPr>
            <a:grpSpLocks/>
          </p:cNvGrpSpPr>
          <p:nvPr/>
        </p:nvGrpSpPr>
        <p:grpSpPr bwMode="auto">
          <a:xfrm>
            <a:off x="2871788" y="4209521"/>
            <a:ext cx="290512" cy="337344"/>
            <a:chOff x="4290" y="3130"/>
            <a:chExt cx="183" cy="255"/>
          </a:xfrm>
        </p:grpSpPr>
        <p:pic>
          <p:nvPicPr>
            <p:cNvPr id="2200" name="Picture 762" descr="31u_bnrz[1]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01" name="Freeform 763"/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70 w 199"/>
                <a:gd name="T1" fmla="*/ 29 h 232"/>
                <a:gd name="T2" fmla="*/ 55 w 199"/>
                <a:gd name="T3" fmla="*/ 39 h 232"/>
                <a:gd name="T4" fmla="*/ 42 w 199"/>
                <a:gd name="T5" fmla="*/ 50 h 232"/>
                <a:gd name="T6" fmla="*/ 30 w 199"/>
                <a:gd name="T7" fmla="*/ 63 h 232"/>
                <a:gd name="T8" fmla="*/ 20 w 199"/>
                <a:gd name="T9" fmla="*/ 77 h 232"/>
                <a:gd name="T10" fmla="*/ 12 w 199"/>
                <a:gd name="T11" fmla="*/ 91 h 232"/>
                <a:gd name="T12" fmla="*/ 6 w 199"/>
                <a:gd name="T13" fmla="*/ 108 h 232"/>
                <a:gd name="T14" fmla="*/ 2 w 199"/>
                <a:gd name="T15" fmla="*/ 125 h 232"/>
                <a:gd name="T16" fmla="*/ 0 w 199"/>
                <a:gd name="T17" fmla="*/ 142 h 232"/>
                <a:gd name="T18" fmla="*/ 2 w 199"/>
                <a:gd name="T19" fmla="*/ 166 h 232"/>
                <a:gd name="T20" fmla="*/ 12 w 199"/>
                <a:gd name="T21" fmla="*/ 186 h 232"/>
                <a:gd name="T22" fmla="*/ 26 w 199"/>
                <a:gd name="T23" fmla="*/ 203 h 232"/>
                <a:gd name="T24" fmla="*/ 45 w 199"/>
                <a:gd name="T25" fmla="*/ 216 h 232"/>
                <a:gd name="T26" fmla="*/ 66 w 199"/>
                <a:gd name="T27" fmla="*/ 226 h 232"/>
                <a:gd name="T28" fmla="*/ 88 w 199"/>
                <a:gd name="T29" fmla="*/ 230 h 232"/>
                <a:gd name="T30" fmla="*/ 111 w 199"/>
                <a:gd name="T31" fmla="*/ 232 h 232"/>
                <a:gd name="T32" fmla="*/ 134 w 199"/>
                <a:gd name="T33" fmla="*/ 228 h 232"/>
                <a:gd name="T34" fmla="*/ 138 w 199"/>
                <a:gd name="T35" fmla="*/ 228 h 232"/>
                <a:gd name="T36" fmla="*/ 143 w 199"/>
                <a:gd name="T37" fmla="*/ 226 h 232"/>
                <a:gd name="T38" fmla="*/ 147 w 199"/>
                <a:gd name="T39" fmla="*/ 222 h 232"/>
                <a:gd name="T40" fmla="*/ 148 w 199"/>
                <a:gd name="T41" fmla="*/ 218 h 232"/>
                <a:gd name="T42" fmla="*/ 145 w 199"/>
                <a:gd name="T43" fmla="*/ 212 h 232"/>
                <a:gd name="T44" fmla="*/ 141 w 199"/>
                <a:gd name="T45" fmla="*/ 207 h 232"/>
                <a:gd name="T46" fmla="*/ 135 w 199"/>
                <a:gd name="T47" fmla="*/ 203 h 232"/>
                <a:gd name="T48" fmla="*/ 129 w 199"/>
                <a:gd name="T49" fmla="*/ 201 h 232"/>
                <a:gd name="T50" fmla="*/ 117 w 199"/>
                <a:gd name="T51" fmla="*/ 197 h 232"/>
                <a:gd name="T52" fmla="*/ 105 w 199"/>
                <a:gd name="T53" fmla="*/ 195 h 232"/>
                <a:gd name="T54" fmla="*/ 94 w 199"/>
                <a:gd name="T55" fmla="*/ 193 h 232"/>
                <a:gd name="T56" fmla="*/ 83 w 199"/>
                <a:gd name="T57" fmla="*/ 190 h 232"/>
                <a:gd name="T58" fmla="*/ 73 w 199"/>
                <a:gd name="T59" fmla="*/ 187 h 232"/>
                <a:gd name="T60" fmla="*/ 62 w 199"/>
                <a:gd name="T61" fmla="*/ 182 h 232"/>
                <a:gd name="T62" fmla="*/ 53 w 199"/>
                <a:gd name="T63" fmla="*/ 176 h 232"/>
                <a:gd name="T64" fmla="*/ 43 w 199"/>
                <a:gd name="T65" fmla="*/ 167 h 232"/>
                <a:gd name="T66" fmla="*/ 40 w 199"/>
                <a:gd name="T67" fmla="*/ 128 h 232"/>
                <a:gd name="T68" fmla="*/ 49 w 199"/>
                <a:gd name="T69" fmla="*/ 96 h 232"/>
                <a:gd name="T70" fmla="*/ 68 w 199"/>
                <a:gd name="T71" fmla="*/ 71 h 232"/>
                <a:gd name="T72" fmla="*/ 94 w 199"/>
                <a:gd name="T73" fmla="*/ 50 h 232"/>
                <a:gd name="T74" fmla="*/ 122 w 199"/>
                <a:gd name="T75" fmla="*/ 34 h 232"/>
                <a:gd name="T76" fmla="*/ 151 w 199"/>
                <a:gd name="T77" fmla="*/ 21 h 232"/>
                <a:gd name="T78" fmla="*/ 178 w 199"/>
                <a:gd name="T79" fmla="*/ 12 h 232"/>
                <a:gd name="T80" fmla="*/ 199 w 199"/>
                <a:gd name="T81" fmla="*/ 4 h 232"/>
                <a:gd name="T82" fmla="*/ 186 w 199"/>
                <a:gd name="T83" fmla="*/ 1 h 232"/>
                <a:gd name="T84" fmla="*/ 172 w 199"/>
                <a:gd name="T85" fmla="*/ 0 h 232"/>
                <a:gd name="T86" fmla="*/ 156 w 199"/>
                <a:gd name="T87" fmla="*/ 2 h 232"/>
                <a:gd name="T88" fmla="*/ 138 w 199"/>
                <a:gd name="T89" fmla="*/ 4 h 232"/>
                <a:gd name="T90" fmla="*/ 121 w 199"/>
                <a:gd name="T91" fmla="*/ 10 h 232"/>
                <a:gd name="T92" fmla="*/ 103 w 199"/>
                <a:gd name="T93" fmla="*/ 16 h 232"/>
                <a:gd name="T94" fmla="*/ 86 w 199"/>
                <a:gd name="T95" fmla="*/ 23 h 232"/>
                <a:gd name="T96" fmla="*/ 70 w 199"/>
                <a:gd name="T97" fmla="*/ 29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" name="Freeform 764"/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108 w 128"/>
                <a:gd name="T1" fmla="*/ 59 h 180"/>
                <a:gd name="T2" fmla="*/ 113 w 128"/>
                <a:gd name="T3" fmla="*/ 77 h 180"/>
                <a:gd name="T4" fmla="*/ 111 w 128"/>
                <a:gd name="T5" fmla="*/ 94 h 180"/>
                <a:gd name="T6" fmla="*/ 103 w 128"/>
                <a:gd name="T7" fmla="*/ 108 h 180"/>
                <a:gd name="T8" fmla="*/ 91 w 128"/>
                <a:gd name="T9" fmla="*/ 121 h 180"/>
                <a:gd name="T10" fmla="*/ 77 w 128"/>
                <a:gd name="T11" fmla="*/ 132 h 180"/>
                <a:gd name="T12" fmla="*/ 61 w 128"/>
                <a:gd name="T13" fmla="*/ 144 h 180"/>
                <a:gd name="T14" fmla="*/ 45 w 128"/>
                <a:gd name="T15" fmla="*/ 154 h 180"/>
                <a:gd name="T16" fmla="*/ 30 w 128"/>
                <a:gd name="T17" fmla="*/ 164 h 180"/>
                <a:gd name="T18" fmla="*/ 28 w 128"/>
                <a:gd name="T19" fmla="*/ 168 h 180"/>
                <a:gd name="T20" fmla="*/ 27 w 128"/>
                <a:gd name="T21" fmla="*/ 170 h 180"/>
                <a:gd name="T22" fmla="*/ 27 w 128"/>
                <a:gd name="T23" fmla="*/ 174 h 180"/>
                <a:gd name="T24" fmla="*/ 28 w 128"/>
                <a:gd name="T25" fmla="*/ 177 h 180"/>
                <a:gd name="T26" fmla="*/ 32 w 128"/>
                <a:gd name="T27" fmla="*/ 179 h 180"/>
                <a:gd name="T28" fmla="*/ 35 w 128"/>
                <a:gd name="T29" fmla="*/ 180 h 180"/>
                <a:gd name="T30" fmla="*/ 37 w 128"/>
                <a:gd name="T31" fmla="*/ 180 h 180"/>
                <a:gd name="T32" fmla="*/ 41 w 128"/>
                <a:gd name="T33" fmla="*/ 179 h 180"/>
                <a:gd name="T34" fmla="*/ 60 w 128"/>
                <a:gd name="T35" fmla="*/ 169 h 180"/>
                <a:gd name="T36" fmla="*/ 77 w 128"/>
                <a:gd name="T37" fmla="*/ 158 h 180"/>
                <a:gd name="T38" fmla="*/ 94 w 128"/>
                <a:gd name="T39" fmla="*/ 145 h 180"/>
                <a:gd name="T40" fmla="*/ 109 w 128"/>
                <a:gd name="T41" fmla="*/ 130 h 180"/>
                <a:gd name="T42" fmla="*/ 120 w 128"/>
                <a:gd name="T43" fmla="*/ 114 h 180"/>
                <a:gd name="T44" fmla="*/ 127 w 128"/>
                <a:gd name="T45" fmla="*/ 95 h 180"/>
                <a:gd name="T46" fmla="*/ 128 w 128"/>
                <a:gd name="T47" fmla="*/ 76 h 180"/>
                <a:gd name="T48" fmla="*/ 123 w 128"/>
                <a:gd name="T49" fmla="*/ 55 h 180"/>
                <a:gd name="T50" fmla="*/ 113 w 128"/>
                <a:gd name="T51" fmla="*/ 39 h 180"/>
                <a:gd name="T52" fmla="*/ 97 w 128"/>
                <a:gd name="T53" fmla="*/ 25 h 180"/>
                <a:gd name="T54" fmla="*/ 79 w 128"/>
                <a:gd name="T55" fmla="*/ 15 h 180"/>
                <a:gd name="T56" fmla="*/ 57 w 128"/>
                <a:gd name="T57" fmla="*/ 7 h 180"/>
                <a:gd name="T58" fmla="*/ 36 w 128"/>
                <a:gd name="T59" fmla="*/ 2 h 180"/>
                <a:gd name="T60" fmla="*/ 19 w 128"/>
                <a:gd name="T61" fmla="*/ 0 h 180"/>
                <a:gd name="T62" fmla="*/ 6 w 128"/>
                <a:gd name="T63" fmla="*/ 0 h 180"/>
                <a:gd name="T64" fmla="*/ 0 w 128"/>
                <a:gd name="T65" fmla="*/ 4 h 180"/>
                <a:gd name="T66" fmla="*/ 14 w 128"/>
                <a:gd name="T67" fmla="*/ 9 h 180"/>
                <a:gd name="T68" fmla="*/ 29 w 128"/>
                <a:gd name="T69" fmla="*/ 14 h 180"/>
                <a:gd name="T70" fmla="*/ 46 w 128"/>
                <a:gd name="T71" fmla="*/ 19 h 180"/>
                <a:gd name="T72" fmla="*/ 61 w 128"/>
                <a:gd name="T73" fmla="*/ 23 h 180"/>
                <a:gd name="T74" fmla="*/ 76 w 128"/>
                <a:gd name="T75" fmla="*/ 29 h 180"/>
                <a:gd name="T76" fmla="*/ 89 w 128"/>
                <a:gd name="T77" fmla="*/ 37 h 180"/>
                <a:gd name="T78" fmla="*/ 100 w 128"/>
                <a:gd name="T79" fmla="*/ 46 h 180"/>
                <a:gd name="T80" fmla="*/ 108 w 128"/>
                <a:gd name="T81" fmla="*/ 59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" name="Freeform 765"/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100 w 322"/>
                <a:gd name="T1" fmla="*/ 70 h 378"/>
                <a:gd name="T2" fmla="*/ 53 w 322"/>
                <a:gd name="T3" fmla="*/ 115 h 378"/>
                <a:gd name="T4" fmla="*/ 17 w 322"/>
                <a:gd name="T5" fmla="*/ 166 h 378"/>
                <a:gd name="T6" fmla="*/ 0 w 322"/>
                <a:gd name="T7" fmla="*/ 226 h 378"/>
                <a:gd name="T8" fmla="*/ 3 w 322"/>
                <a:gd name="T9" fmla="*/ 266 h 378"/>
                <a:gd name="T10" fmla="*/ 9 w 322"/>
                <a:gd name="T11" fmla="*/ 282 h 378"/>
                <a:gd name="T12" fmla="*/ 19 w 322"/>
                <a:gd name="T13" fmla="*/ 297 h 378"/>
                <a:gd name="T14" fmla="*/ 32 w 322"/>
                <a:gd name="T15" fmla="*/ 310 h 378"/>
                <a:gd name="T16" fmla="*/ 56 w 322"/>
                <a:gd name="T17" fmla="*/ 324 h 378"/>
                <a:gd name="T18" fmla="*/ 86 w 322"/>
                <a:gd name="T19" fmla="*/ 338 h 378"/>
                <a:gd name="T20" fmla="*/ 119 w 322"/>
                <a:gd name="T21" fmla="*/ 350 h 378"/>
                <a:gd name="T22" fmla="*/ 152 w 322"/>
                <a:gd name="T23" fmla="*/ 359 h 378"/>
                <a:gd name="T24" fmla="*/ 186 w 322"/>
                <a:gd name="T25" fmla="*/ 366 h 378"/>
                <a:gd name="T26" fmla="*/ 220 w 322"/>
                <a:gd name="T27" fmla="*/ 371 h 378"/>
                <a:gd name="T28" fmla="*/ 254 w 322"/>
                <a:gd name="T29" fmla="*/ 374 h 378"/>
                <a:gd name="T30" fmla="*/ 289 w 322"/>
                <a:gd name="T31" fmla="*/ 376 h 378"/>
                <a:gd name="T32" fmla="*/ 311 w 322"/>
                <a:gd name="T33" fmla="*/ 378 h 378"/>
                <a:gd name="T34" fmla="*/ 320 w 322"/>
                <a:gd name="T35" fmla="*/ 371 h 378"/>
                <a:gd name="T36" fmla="*/ 322 w 322"/>
                <a:gd name="T37" fmla="*/ 360 h 378"/>
                <a:gd name="T38" fmla="*/ 315 w 322"/>
                <a:gd name="T39" fmla="*/ 352 h 378"/>
                <a:gd name="T40" fmla="*/ 294 w 322"/>
                <a:gd name="T41" fmla="*/ 347 h 378"/>
                <a:gd name="T42" fmla="*/ 263 w 322"/>
                <a:gd name="T43" fmla="*/ 341 h 378"/>
                <a:gd name="T44" fmla="*/ 232 w 322"/>
                <a:gd name="T45" fmla="*/ 336 h 378"/>
                <a:gd name="T46" fmla="*/ 200 w 322"/>
                <a:gd name="T47" fmla="*/ 332 h 378"/>
                <a:gd name="T48" fmla="*/ 170 w 322"/>
                <a:gd name="T49" fmla="*/ 326 h 378"/>
                <a:gd name="T50" fmla="*/ 139 w 322"/>
                <a:gd name="T51" fmla="*/ 318 h 378"/>
                <a:gd name="T52" fmla="*/ 110 w 322"/>
                <a:gd name="T53" fmla="*/ 309 h 378"/>
                <a:gd name="T54" fmla="*/ 80 w 322"/>
                <a:gd name="T55" fmla="*/ 297 h 378"/>
                <a:gd name="T56" fmla="*/ 55 w 322"/>
                <a:gd name="T57" fmla="*/ 281 h 378"/>
                <a:gd name="T58" fmla="*/ 38 w 322"/>
                <a:gd name="T59" fmla="*/ 259 h 378"/>
                <a:gd name="T60" fmla="*/ 34 w 322"/>
                <a:gd name="T61" fmla="*/ 232 h 378"/>
                <a:gd name="T62" fmla="*/ 38 w 322"/>
                <a:gd name="T63" fmla="*/ 200 h 378"/>
                <a:gd name="T64" fmla="*/ 51 w 322"/>
                <a:gd name="T65" fmla="*/ 170 h 378"/>
                <a:gd name="T66" fmla="*/ 71 w 322"/>
                <a:gd name="T67" fmla="*/ 137 h 378"/>
                <a:gd name="T68" fmla="*/ 94 w 322"/>
                <a:gd name="T69" fmla="*/ 110 h 378"/>
                <a:gd name="T70" fmla="*/ 123 w 322"/>
                <a:gd name="T71" fmla="*/ 82 h 378"/>
                <a:gd name="T72" fmla="*/ 153 w 322"/>
                <a:gd name="T73" fmla="*/ 57 h 378"/>
                <a:gd name="T74" fmla="*/ 195 w 322"/>
                <a:gd name="T75" fmla="*/ 38 h 378"/>
                <a:gd name="T76" fmla="*/ 238 w 322"/>
                <a:gd name="T77" fmla="*/ 20 h 378"/>
                <a:gd name="T78" fmla="*/ 264 w 322"/>
                <a:gd name="T79" fmla="*/ 7 h 378"/>
                <a:gd name="T80" fmla="*/ 256 w 322"/>
                <a:gd name="T81" fmla="*/ 0 h 378"/>
                <a:gd name="T82" fmla="*/ 221 w 322"/>
                <a:gd name="T83" fmla="*/ 4 h 378"/>
                <a:gd name="T84" fmla="*/ 180 w 322"/>
                <a:gd name="T85" fmla="*/ 18 h 378"/>
                <a:gd name="T86" fmla="*/ 141 w 322"/>
                <a:gd name="T87" fmla="*/ 38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" name="Freeform 766"/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235 w 283"/>
                <a:gd name="T1" fmla="*/ 77 h 252"/>
                <a:gd name="T2" fmla="*/ 248 w 283"/>
                <a:gd name="T3" fmla="*/ 91 h 252"/>
                <a:gd name="T4" fmla="*/ 256 w 283"/>
                <a:gd name="T5" fmla="*/ 107 h 252"/>
                <a:gd name="T6" fmla="*/ 259 w 283"/>
                <a:gd name="T7" fmla="*/ 124 h 252"/>
                <a:gd name="T8" fmla="*/ 259 w 283"/>
                <a:gd name="T9" fmla="*/ 142 h 252"/>
                <a:gd name="T10" fmla="*/ 257 w 283"/>
                <a:gd name="T11" fmla="*/ 157 h 252"/>
                <a:gd name="T12" fmla="*/ 252 w 283"/>
                <a:gd name="T13" fmla="*/ 170 h 252"/>
                <a:gd name="T14" fmla="*/ 244 w 283"/>
                <a:gd name="T15" fmla="*/ 183 h 252"/>
                <a:gd name="T16" fmla="*/ 236 w 283"/>
                <a:gd name="T17" fmla="*/ 193 h 252"/>
                <a:gd name="T18" fmla="*/ 225 w 283"/>
                <a:gd name="T19" fmla="*/ 204 h 252"/>
                <a:gd name="T20" fmla="*/ 215 w 283"/>
                <a:gd name="T21" fmla="*/ 214 h 252"/>
                <a:gd name="T22" fmla="*/ 204 w 283"/>
                <a:gd name="T23" fmla="*/ 224 h 252"/>
                <a:gd name="T24" fmla="*/ 194 w 283"/>
                <a:gd name="T25" fmla="*/ 234 h 252"/>
                <a:gd name="T26" fmla="*/ 191 w 283"/>
                <a:gd name="T27" fmla="*/ 238 h 252"/>
                <a:gd name="T28" fmla="*/ 191 w 283"/>
                <a:gd name="T29" fmla="*/ 241 h 252"/>
                <a:gd name="T30" fmla="*/ 191 w 283"/>
                <a:gd name="T31" fmla="*/ 245 h 252"/>
                <a:gd name="T32" fmla="*/ 194 w 283"/>
                <a:gd name="T33" fmla="*/ 248 h 252"/>
                <a:gd name="T34" fmla="*/ 197 w 283"/>
                <a:gd name="T35" fmla="*/ 250 h 252"/>
                <a:gd name="T36" fmla="*/ 202 w 283"/>
                <a:gd name="T37" fmla="*/ 252 h 252"/>
                <a:gd name="T38" fmla="*/ 205 w 283"/>
                <a:gd name="T39" fmla="*/ 250 h 252"/>
                <a:gd name="T40" fmla="*/ 209 w 283"/>
                <a:gd name="T41" fmla="*/ 248 h 252"/>
                <a:gd name="T42" fmla="*/ 232 w 283"/>
                <a:gd name="T43" fmla="*/ 233 h 252"/>
                <a:gd name="T44" fmla="*/ 252 w 283"/>
                <a:gd name="T45" fmla="*/ 214 h 252"/>
                <a:gd name="T46" fmla="*/ 268 w 283"/>
                <a:gd name="T47" fmla="*/ 192 h 252"/>
                <a:gd name="T48" fmla="*/ 278 w 283"/>
                <a:gd name="T49" fmla="*/ 167 h 252"/>
                <a:gd name="T50" fmla="*/ 283 w 283"/>
                <a:gd name="T51" fmla="*/ 141 h 252"/>
                <a:gd name="T52" fmla="*/ 280 w 283"/>
                <a:gd name="T53" fmla="*/ 115 h 252"/>
                <a:gd name="T54" fmla="*/ 271 w 283"/>
                <a:gd name="T55" fmla="*/ 91 h 252"/>
                <a:gd name="T56" fmla="*/ 252 w 283"/>
                <a:gd name="T57" fmla="*/ 69 h 252"/>
                <a:gd name="T58" fmla="*/ 238 w 283"/>
                <a:gd name="T59" fmla="*/ 57 h 252"/>
                <a:gd name="T60" fmla="*/ 222 w 283"/>
                <a:gd name="T61" fmla="*/ 48 h 252"/>
                <a:gd name="T62" fmla="*/ 204 w 283"/>
                <a:gd name="T63" fmla="*/ 39 h 252"/>
                <a:gd name="T64" fmla="*/ 184 w 283"/>
                <a:gd name="T65" fmla="*/ 31 h 252"/>
                <a:gd name="T66" fmla="*/ 164 w 283"/>
                <a:gd name="T67" fmla="*/ 23 h 252"/>
                <a:gd name="T68" fmla="*/ 144 w 283"/>
                <a:gd name="T69" fmla="*/ 17 h 252"/>
                <a:gd name="T70" fmla="*/ 123 w 283"/>
                <a:gd name="T71" fmla="*/ 13 h 252"/>
                <a:gd name="T72" fmla="*/ 103 w 283"/>
                <a:gd name="T73" fmla="*/ 8 h 252"/>
                <a:gd name="T74" fmla="*/ 83 w 283"/>
                <a:gd name="T75" fmla="*/ 5 h 252"/>
                <a:gd name="T76" fmla="*/ 66 w 283"/>
                <a:gd name="T77" fmla="*/ 2 h 252"/>
                <a:gd name="T78" fmla="*/ 48 w 283"/>
                <a:gd name="T79" fmla="*/ 0 h 252"/>
                <a:gd name="T80" fmla="*/ 34 w 283"/>
                <a:gd name="T81" fmla="*/ 0 h 252"/>
                <a:gd name="T82" fmla="*/ 21 w 283"/>
                <a:gd name="T83" fmla="*/ 0 h 252"/>
                <a:gd name="T84" fmla="*/ 11 w 283"/>
                <a:gd name="T85" fmla="*/ 0 h 252"/>
                <a:gd name="T86" fmla="*/ 4 w 283"/>
                <a:gd name="T87" fmla="*/ 2 h 252"/>
                <a:gd name="T88" fmla="*/ 0 w 283"/>
                <a:gd name="T89" fmla="*/ 5 h 252"/>
                <a:gd name="T90" fmla="*/ 12 w 283"/>
                <a:gd name="T91" fmla="*/ 7 h 252"/>
                <a:gd name="T92" fmla="*/ 24 w 283"/>
                <a:gd name="T93" fmla="*/ 8 h 252"/>
                <a:gd name="T94" fmla="*/ 38 w 283"/>
                <a:gd name="T95" fmla="*/ 10 h 252"/>
                <a:gd name="T96" fmla="*/ 52 w 283"/>
                <a:gd name="T97" fmla="*/ 13 h 252"/>
                <a:gd name="T98" fmla="*/ 66 w 283"/>
                <a:gd name="T99" fmla="*/ 16 h 252"/>
                <a:gd name="T100" fmla="*/ 82 w 283"/>
                <a:gd name="T101" fmla="*/ 18 h 252"/>
                <a:gd name="T102" fmla="*/ 98 w 283"/>
                <a:gd name="T103" fmla="*/ 22 h 252"/>
                <a:gd name="T104" fmla="*/ 114 w 283"/>
                <a:gd name="T105" fmla="*/ 25 h 252"/>
                <a:gd name="T106" fmla="*/ 129 w 283"/>
                <a:gd name="T107" fmla="*/ 30 h 252"/>
                <a:gd name="T108" fmla="*/ 146 w 283"/>
                <a:gd name="T109" fmla="*/ 34 h 252"/>
                <a:gd name="T110" fmla="*/ 162 w 283"/>
                <a:gd name="T111" fmla="*/ 39 h 252"/>
                <a:gd name="T112" fmla="*/ 177 w 283"/>
                <a:gd name="T113" fmla="*/ 45 h 252"/>
                <a:gd name="T114" fmla="*/ 193 w 283"/>
                <a:gd name="T115" fmla="*/ 52 h 252"/>
                <a:gd name="T116" fmla="*/ 208 w 283"/>
                <a:gd name="T117" fmla="*/ 60 h 252"/>
                <a:gd name="T118" fmla="*/ 222 w 283"/>
                <a:gd name="T119" fmla="*/ 68 h 252"/>
                <a:gd name="T120" fmla="*/ 235 w 283"/>
                <a:gd name="T121" fmla="*/ 77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" name="Freeform 767"/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130 h 238"/>
                <a:gd name="T2" fmla="*/ 0 w 114"/>
                <a:gd name="T3" fmla="*/ 149 h 238"/>
                <a:gd name="T4" fmla="*/ 4 w 114"/>
                <a:gd name="T5" fmla="*/ 168 h 238"/>
                <a:gd name="T6" fmla="*/ 12 w 114"/>
                <a:gd name="T7" fmla="*/ 185 h 238"/>
                <a:gd name="T8" fmla="*/ 24 w 114"/>
                <a:gd name="T9" fmla="*/ 200 h 238"/>
                <a:gd name="T10" fmla="*/ 38 w 114"/>
                <a:gd name="T11" fmla="*/ 213 h 238"/>
                <a:gd name="T12" fmla="*/ 55 w 114"/>
                <a:gd name="T13" fmla="*/ 224 h 238"/>
                <a:gd name="T14" fmla="*/ 73 w 114"/>
                <a:gd name="T15" fmla="*/ 232 h 238"/>
                <a:gd name="T16" fmla="*/ 92 w 114"/>
                <a:gd name="T17" fmla="*/ 237 h 238"/>
                <a:gd name="T18" fmla="*/ 98 w 114"/>
                <a:gd name="T19" fmla="*/ 238 h 238"/>
                <a:gd name="T20" fmla="*/ 104 w 114"/>
                <a:gd name="T21" fmla="*/ 235 h 238"/>
                <a:gd name="T22" fmla="*/ 109 w 114"/>
                <a:gd name="T23" fmla="*/ 232 h 238"/>
                <a:gd name="T24" fmla="*/ 111 w 114"/>
                <a:gd name="T25" fmla="*/ 227 h 238"/>
                <a:gd name="T26" fmla="*/ 111 w 114"/>
                <a:gd name="T27" fmla="*/ 222 h 238"/>
                <a:gd name="T28" fmla="*/ 110 w 114"/>
                <a:gd name="T29" fmla="*/ 216 h 238"/>
                <a:gd name="T30" fmla="*/ 106 w 114"/>
                <a:gd name="T31" fmla="*/ 211 h 238"/>
                <a:gd name="T32" fmla="*/ 100 w 114"/>
                <a:gd name="T33" fmla="*/ 209 h 238"/>
                <a:gd name="T34" fmla="*/ 82 w 114"/>
                <a:gd name="T35" fmla="*/ 202 h 238"/>
                <a:gd name="T36" fmla="*/ 64 w 114"/>
                <a:gd name="T37" fmla="*/ 193 h 238"/>
                <a:gd name="T38" fmla="*/ 50 w 114"/>
                <a:gd name="T39" fmla="*/ 180 h 238"/>
                <a:gd name="T40" fmla="*/ 39 w 114"/>
                <a:gd name="T41" fmla="*/ 167 h 238"/>
                <a:gd name="T42" fmla="*/ 32 w 114"/>
                <a:gd name="T43" fmla="*/ 149 h 238"/>
                <a:gd name="T44" fmla="*/ 29 w 114"/>
                <a:gd name="T45" fmla="*/ 131 h 238"/>
                <a:gd name="T46" fmla="*/ 29 w 114"/>
                <a:gd name="T47" fmla="*/ 111 h 238"/>
                <a:gd name="T48" fmla="*/ 35 w 114"/>
                <a:gd name="T49" fmla="*/ 91 h 238"/>
                <a:gd name="T50" fmla="*/ 42 w 114"/>
                <a:gd name="T51" fmla="*/ 76 h 238"/>
                <a:gd name="T52" fmla="*/ 51 w 114"/>
                <a:gd name="T53" fmla="*/ 62 h 238"/>
                <a:gd name="T54" fmla="*/ 62 w 114"/>
                <a:gd name="T55" fmla="*/ 49 h 238"/>
                <a:gd name="T56" fmla="*/ 73 w 114"/>
                <a:gd name="T57" fmla="*/ 38 h 238"/>
                <a:gd name="T58" fmla="*/ 84 w 114"/>
                <a:gd name="T59" fmla="*/ 28 h 238"/>
                <a:gd name="T60" fmla="*/ 96 w 114"/>
                <a:gd name="T61" fmla="*/ 18 h 238"/>
                <a:gd name="T62" fmla="*/ 106 w 114"/>
                <a:gd name="T63" fmla="*/ 9 h 238"/>
                <a:gd name="T64" fmla="*/ 114 w 114"/>
                <a:gd name="T65" fmla="*/ 1 h 238"/>
                <a:gd name="T66" fmla="*/ 106 w 114"/>
                <a:gd name="T67" fmla="*/ 0 h 238"/>
                <a:gd name="T68" fmla="*/ 93 w 114"/>
                <a:gd name="T69" fmla="*/ 6 h 238"/>
                <a:gd name="T70" fmla="*/ 76 w 114"/>
                <a:gd name="T71" fmla="*/ 18 h 238"/>
                <a:gd name="T72" fmla="*/ 56 w 114"/>
                <a:gd name="T73" fmla="*/ 36 h 238"/>
                <a:gd name="T74" fmla="*/ 37 w 114"/>
                <a:gd name="T75" fmla="*/ 57 h 238"/>
                <a:gd name="T76" fmla="*/ 20 w 114"/>
                <a:gd name="T77" fmla="*/ 80 h 238"/>
                <a:gd name="T78" fmla="*/ 7 w 114"/>
                <a:gd name="T79" fmla="*/ 106 h 238"/>
                <a:gd name="T80" fmla="*/ 0 w 114"/>
                <a:gd name="T81" fmla="*/ 13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" name="Freeform 768"/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207 w 246"/>
                <a:gd name="T1" fmla="*/ 124 h 310"/>
                <a:gd name="T2" fmla="*/ 219 w 246"/>
                <a:gd name="T3" fmla="*/ 143 h 310"/>
                <a:gd name="T4" fmla="*/ 225 w 246"/>
                <a:gd name="T5" fmla="*/ 164 h 310"/>
                <a:gd name="T6" fmla="*/ 221 w 246"/>
                <a:gd name="T7" fmla="*/ 187 h 310"/>
                <a:gd name="T8" fmla="*/ 208 w 246"/>
                <a:gd name="T9" fmla="*/ 209 h 310"/>
                <a:gd name="T10" fmla="*/ 188 w 246"/>
                <a:gd name="T11" fmla="*/ 228 h 310"/>
                <a:gd name="T12" fmla="*/ 166 w 246"/>
                <a:gd name="T13" fmla="*/ 246 h 310"/>
                <a:gd name="T14" fmla="*/ 143 w 246"/>
                <a:gd name="T15" fmla="*/ 264 h 310"/>
                <a:gd name="T16" fmla="*/ 129 w 246"/>
                <a:gd name="T17" fmla="*/ 278 h 310"/>
                <a:gd name="T18" fmla="*/ 124 w 246"/>
                <a:gd name="T19" fmla="*/ 287 h 310"/>
                <a:gd name="T20" fmla="*/ 120 w 246"/>
                <a:gd name="T21" fmla="*/ 296 h 310"/>
                <a:gd name="T22" fmla="*/ 121 w 246"/>
                <a:gd name="T23" fmla="*/ 305 h 310"/>
                <a:gd name="T24" fmla="*/ 130 w 246"/>
                <a:gd name="T25" fmla="*/ 310 h 310"/>
                <a:gd name="T26" fmla="*/ 139 w 246"/>
                <a:gd name="T27" fmla="*/ 309 h 310"/>
                <a:gd name="T28" fmla="*/ 154 w 246"/>
                <a:gd name="T29" fmla="*/ 293 h 310"/>
                <a:gd name="T30" fmla="*/ 180 w 246"/>
                <a:gd name="T31" fmla="*/ 269 h 310"/>
                <a:gd name="T32" fmla="*/ 207 w 246"/>
                <a:gd name="T33" fmla="*/ 246 h 310"/>
                <a:gd name="T34" fmla="*/ 231 w 246"/>
                <a:gd name="T35" fmla="*/ 219 h 310"/>
                <a:gd name="T36" fmla="*/ 245 w 246"/>
                <a:gd name="T37" fmla="*/ 187 h 310"/>
                <a:gd name="T38" fmla="*/ 242 w 246"/>
                <a:gd name="T39" fmla="*/ 153 h 310"/>
                <a:gd name="T40" fmla="*/ 227 w 246"/>
                <a:gd name="T41" fmla="*/ 120 h 310"/>
                <a:gd name="T42" fmla="*/ 201 w 246"/>
                <a:gd name="T43" fmla="*/ 94 h 310"/>
                <a:gd name="T44" fmla="*/ 177 w 246"/>
                <a:gd name="T45" fmla="*/ 74 h 310"/>
                <a:gd name="T46" fmla="*/ 152 w 246"/>
                <a:gd name="T47" fmla="*/ 60 h 310"/>
                <a:gd name="T48" fmla="*/ 126 w 246"/>
                <a:gd name="T49" fmla="*/ 43 h 310"/>
                <a:gd name="T50" fmla="*/ 98 w 246"/>
                <a:gd name="T51" fmla="*/ 28 h 310"/>
                <a:gd name="T52" fmla="*/ 72 w 246"/>
                <a:gd name="T53" fmla="*/ 16 h 310"/>
                <a:gd name="T54" fmla="*/ 46 w 246"/>
                <a:gd name="T55" fmla="*/ 7 h 310"/>
                <a:gd name="T56" fmla="*/ 24 w 246"/>
                <a:gd name="T57" fmla="*/ 1 h 310"/>
                <a:gd name="T58" fmla="*/ 7 w 246"/>
                <a:gd name="T59" fmla="*/ 1 h 310"/>
                <a:gd name="T60" fmla="*/ 8 w 246"/>
                <a:gd name="T61" fmla="*/ 6 h 310"/>
                <a:gd name="T62" fmla="*/ 28 w 246"/>
                <a:gd name="T63" fmla="*/ 14 h 310"/>
                <a:gd name="T64" fmla="*/ 51 w 246"/>
                <a:gd name="T65" fmla="*/ 24 h 310"/>
                <a:gd name="T66" fmla="*/ 78 w 246"/>
                <a:gd name="T67" fmla="*/ 37 h 310"/>
                <a:gd name="T68" fmla="*/ 106 w 246"/>
                <a:gd name="T69" fmla="*/ 51 h 310"/>
                <a:gd name="T70" fmla="*/ 134 w 246"/>
                <a:gd name="T71" fmla="*/ 69 h 310"/>
                <a:gd name="T72" fmla="*/ 163 w 246"/>
                <a:gd name="T73" fmla="*/ 87 h 310"/>
                <a:gd name="T74" fmla="*/ 187 w 246"/>
                <a:gd name="T75" fmla="*/ 105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" name="Freeform 769"/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31 w 83"/>
                <a:gd name="T1" fmla="*/ 14 h 187"/>
                <a:gd name="T2" fmla="*/ 29 w 83"/>
                <a:gd name="T3" fmla="*/ 8 h 187"/>
                <a:gd name="T4" fmla="*/ 25 w 83"/>
                <a:gd name="T5" fmla="*/ 3 h 187"/>
                <a:gd name="T6" fmla="*/ 19 w 83"/>
                <a:gd name="T7" fmla="*/ 1 h 187"/>
                <a:gd name="T8" fmla="*/ 14 w 83"/>
                <a:gd name="T9" fmla="*/ 0 h 187"/>
                <a:gd name="T10" fmla="*/ 8 w 83"/>
                <a:gd name="T11" fmla="*/ 2 h 187"/>
                <a:gd name="T12" fmla="*/ 3 w 83"/>
                <a:gd name="T13" fmla="*/ 5 h 187"/>
                <a:gd name="T14" fmla="*/ 0 w 83"/>
                <a:gd name="T15" fmla="*/ 11 h 187"/>
                <a:gd name="T16" fmla="*/ 0 w 83"/>
                <a:gd name="T17" fmla="*/ 17 h 187"/>
                <a:gd name="T18" fmla="*/ 5 w 83"/>
                <a:gd name="T19" fmla="*/ 42 h 187"/>
                <a:gd name="T20" fmla="*/ 15 w 83"/>
                <a:gd name="T21" fmla="*/ 71 h 187"/>
                <a:gd name="T22" fmla="*/ 27 w 83"/>
                <a:gd name="T23" fmla="*/ 100 h 187"/>
                <a:gd name="T24" fmla="*/ 41 w 83"/>
                <a:gd name="T25" fmla="*/ 127 h 187"/>
                <a:gd name="T26" fmla="*/ 55 w 83"/>
                <a:gd name="T27" fmla="*/ 151 h 187"/>
                <a:gd name="T28" fmla="*/ 68 w 83"/>
                <a:gd name="T29" fmla="*/ 171 h 187"/>
                <a:gd name="T30" fmla="*/ 77 w 83"/>
                <a:gd name="T31" fmla="*/ 184 h 187"/>
                <a:gd name="T32" fmla="*/ 83 w 83"/>
                <a:gd name="T33" fmla="*/ 187 h 187"/>
                <a:gd name="T34" fmla="*/ 80 w 83"/>
                <a:gd name="T35" fmla="*/ 174 h 187"/>
                <a:gd name="T36" fmla="*/ 75 w 83"/>
                <a:gd name="T37" fmla="*/ 158 h 187"/>
                <a:gd name="T38" fmla="*/ 68 w 83"/>
                <a:gd name="T39" fmla="*/ 138 h 187"/>
                <a:gd name="T40" fmla="*/ 59 w 83"/>
                <a:gd name="T41" fmla="*/ 113 h 187"/>
                <a:gd name="T42" fmla="*/ 51 w 83"/>
                <a:gd name="T43" fmla="*/ 88 h 187"/>
                <a:gd name="T44" fmla="*/ 43 w 83"/>
                <a:gd name="T45" fmla="*/ 63 h 187"/>
                <a:gd name="T46" fmla="*/ 36 w 83"/>
                <a:gd name="T47" fmla="*/ 38 h 187"/>
                <a:gd name="T48" fmla="*/ 31 w 83"/>
                <a:gd name="T49" fmla="*/ 14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" name="Freeform 770"/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22 w 44"/>
                <a:gd name="T1" fmla="*/ 10 h 94"/>
                <a:gd name="T2" fmla="*/ 21 w 44"/>
                <a:gd name="T3" fmla="*/ 6 h 94"/>
                <a:gd name="T4" fmla="*/ 18 w 44"/>
                <a:gd name="T5" fmla="*/ 2 h 94"/>
                <a:gd name="T6" fmla="*/ 14 w 44"/>
                <a:gd name="T7" fmla="*/ 0 h 94"/>
                <a:gd name="T8" fmla="*/ 10 w 44"/>
                <a:gd name="T9" fmla="*/ 0 h 94"/>
                <a:gd name="T10" fmla="*/ 6 w 44"/>
                <a:gd name="T11" fmla="*/ 1 h 94"/>
                <a:gd name="T12" fmla="*/ 3 w 44"/>
                <a:gd name="T13" fmla="*/ 3 h 94"/>
                <a:gd name="T14" fmla="*/ 0 w 44"/>
                <a:gd name="T15" fmla="*/ 7 h 94"/>
                <a:gd name="T16" fmla="*/ 0 w 44"/>
                <a:gd name="T17" fmla="*/ 11 h 94"/>
                <a:gd name="T18" fmla="*/ 0 w 44"/>
                <a:gd name="T19" fmla="*/ 24 h 94"/>
                <a:gd name="T20" fmla="*/ 4 w 44"/>
                <a:gd name="T21" fmla="*/ 38 h 94"/>
                <a:gd name="T22" fmla="*/ 8 w 44"/>
                <a:gd name="T23" fmla="*/ 52 h 94"/>
                <a:gd name="T24" fmla="*/ 14 w 44"/>
                <a:gd name="T25" fmla="*/ 65 h 94"/>
                <a:gd name="T26" fmla="*/ 21 w 44"/>
                <a:gd name="T27" fmla="*/ 78 h 94"/>
                <a:gd name="T28" fmla="*/ 28 w 44"/>
                <a:gd name="T29" fmla="*/ 87 h 94"/>
                <a:gd name="T30" fmla="*/ 37 w 44"/>
                <a:gd name="T31" fmla="*/ 93 h 94"/>
                <a:gd name="T32" fmla="*/ 42 w 44"/>
                <a:gd name="T33" fmla="*/ 94 h 94"/>
                <a:gd name="T34" fmla="*/ 44 w 44"/>
                <a:gd name="T35" fmla="*/ 76 h 94"/>
                <a:gd name="T36" fmla="*/ 38 w 44"/>
                <a:gd name="T37" fmla="*/ 54 h 94"/>
                <a:gd name="T38" fmla="*/ 31 w 44"/>
                <a:gd name="T39" fmla="*/ 32 h 94"/>
                <a:gd name="T40" fmla="*/ 22 w 44"/>
                <a:gd name="T41" fmla="*/ 1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" name="Freeform 771"/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20 w 38"/>
                <a:gd name="T1" fmla="*/ 7 h 54"/>
                <a:gd name="T2" fmla="*/ 20 w 38"/>
                <a:gd name="T3" fmla="*/ 8 h 54"/>
                <a:gd name="T4" fmla="*/ 20 w 38"/>
                <a:gd name="T5" fmla="*/ 8 h 54"/>
                <a:gd name="T6" fmla="*/ 20 w 38"/>
                <a:gd name="T7" fmla="*/ 8 h 54"/>
                <a:gd name="T8" fmla="*/ 20 w 38"/>
                <a:gd name="T9" fmla="*/ 8 h 54"/>
                <a:gd name="T10" fmla="*/ 19 w 38"/>
                <a:gd name="T11" fmla="*/ 4 h 54"/>
                <a:gd name="T12" fmla="*/ 15 w 38"/>
                <a:gd name="T13" fmla="*/ 1 h 54"/>
                <a:gd name="T14" fmla="*/ 12 w 38"/>
                <a:gd name="T15" fmla="*/ 0 h 54"/>
                <a:gd name="T16" fmla="*/ 7 w 38"/>
                <a:gd name="T17" fmla="*/ 0 h 54"/>
                <a:gd name="T18" fmla="*/ 4 w 38"/>
                <a:gd name="T19" fmla="*/ 1 h 54"/>
                <a:gd name="T20" fmla="*/ 1 w 38"/>
                <a:gd name="T21" fmla="*/ 4 h 54"/>
                <a:gd name="T22" fmla="*/ 0 w 38"/>
                <a:gd name="T23" fmla="*/ 8 h 54"/>
                <a:gd name="T24" fmla="*/ 0 w 38"/>
                <a:gd name="T25" fmla="*/ 11 h 54"/>
                <a:gd name="T26" fmla="*/ 1 w 38"/>
                <a:gd name="T27" fmla="*/ 17 h 54"/>
                <a:gd name="T28" fmla="*/ 4 w 38"/>
                <a:gd name="T29" fmla="*/ 24 h 54"/>
                <a:gd name="T30" fmla="*/ 8 w 38"/>
                <a:gd name="T31" fmla="*/ 32 h 54"/>
                <a:gd name="T32" fmla="*/ 14 w 38"/>
                <a:gd name="T33" fmla="*/ 39 h 54"/>
                <a:gd name="T34" fmla="*/ 20 w 38"/>
                <a:gd name="T35" fmla="*/ 46 h 54"/>
                <a:gd name="T36" fmla="*/ 27 w 38"/>
                <a:gd name="T37" fmla="*/ 50 h 54"/>
                <a:gd name="T38" fmla="*/ 33 w 38"/>
                <a:gd name="T39" fmla="*/ 54 h 54"/>
                <a:gd name="T40" fmla="*/ 38 w 38"/>
                <a:gd name="T41" fmla="*/ 54 h 54"/>
                <a:gd name="T42" fmla="*/ 36 w 38"/>
                <a:gd name="T43" fmla="*/ 42 h 54"/>
                <a:gd name="T44" fmla="*/ 32 w 38"/>
                <a:gd name="T45" fmla="*/ 29 h 54"/>
                <a:gd name="T46" fmla="*/ 25 w 38"/>
                <a:gd name="T47" fmla="*/ 16 h 54"/>
                <a:gd name="T48" fmla="*/ 20 w 38"/>
                <a:gd name="T49" fmla="*/ 7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" name="Freeform 772"/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41 w 52"/>
                <a:gd name="T1" fmla="*/ 27 h 36"/>
                <a:gd name="T2" fmla="*/ 46 w 52"/>
                <a:gd name="T3" fmla="*/ 24 h 36"/>
                <a:gd name="T4" fmla="*/ 51 w 52"/>
                <a:gd name="T5" fmla="*/ 21 h 36"/>
                <a:gd name="T6" fmla="*/ 52 w 52"/>
                <a:gd name="T7" fmla="*/ 16 h 36"/>
                <a:gd name="T8" fmla="*/ 52 w 52"/>
                <a:gd name="T9" fmla="*/ 12 h 36"/>
                <a:gd name="T10" fmla="*/ 50 w 52"/>
                <a:gd name="T11" fmla="*/ 6 h 36"/>
                <a:gd name="T12" fmla="*/ 46 w 52"/>
                <a:gd name="T13" fmla="*/ 2 h 36"/>
                <a:gd name="T14" fmla="*/ 41 w 52"/>
                <a:gd name="T15" fmla="*/ 0 h 36"/>
                <a:gd name="T16" fmla="*/ 36 w 52"/>
                <a:gd name="T17" fmla="*/ 0 h 36"/>
                <a:gd name="T18" fmla="*/ 33 w 52"/>
                <a:gd name="T19" fmla="*/ 0 h 36"/>
                <a:gd name="T20" fmla="*/ 29 w 52"/>
                <a:gd name="T21" fmla="*/ 1 h 36"/>
                <a:gd name="T22" fmla="*/ 21 w 52"/>
                <a:gd name="T23" fmla="*/ 4 h 36"/>
                <a:gd name="T24" fmla="*/ 13 w 52"/>
                <a:gd name="T25" fmla="*/ 8 h 36"/>
                <a:gd name="T26" fmla="*/ 6 w 52"/>
                <a:gd name="T27" fmla="*/ 15 h 36"/>
                <a:gd name="T28" fmla="*/ 3 w 52"/>
                <a:gd name="T29" fmla="*/ 22 h 36"/>
                <a:gd name="T30" fmla="*/ 0 w 52"/>
                <a:gd name="T31" fmla="*/ 29 h 36"/>
                <a:gd name="T32" fmla="*/ 0 w 52"/>
                <a:gd name="T33" fmla="*/ 31 h 36"/>
                <a:gd name="T34" fmla="*/ 4 w 52"/>
                <a:gd name="T35" fmla="*/ 33 h 36"/>
                <a:gd name="T36" fmla="*/ 9 w 52"/>
                <a:gd name="T37" fmla="*/ 36 h 36"/>
                <a:gd name="T38" fmla="*/ 13 w 52"/>
                <a:gd name="T39" fmla="*/ 36 h 36"/>
                <a:gd name="T40" fmla="*/ 18 w 52"/>
                <a:gd name="T41" fmla="*/ 36 h 36"/>
                <a:gd name="T42" fmla="*/ 24 w 52"/>
                <a:gd name="T43" fmla="*/ 33 h 36"/>
                <a:gd name="T44" fmla="*/ 30 w 52"/>
                <a:gd name="T45" fmla="*/ 32 h 36"/>
                <a:gd name="T46" fmla="*/ 36 w 52"/>
                <a:gd name="T47" fmla="*/ 30 h 36"/>
                <a:gd name="T48" fmla="*/ 41 w 52"/>
                <a:gd name="T49" fmla="*/ 27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" name="Freeform 773"/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73 w 198"/>
                <a:gd name="T1" fmla="*/ 36 h 236"/>
                <a:gd name="T2" fmla="*/ 58 w 198"/>
                <a:gd name="T3" fmla="*/ 46 h 236"/>
                <a:gd name="T4" fmla="*/ 46 w 198"/>
                <a:gd name="T5" fmla="*/ 58 h 236"/>
                <a:gd name="T6" fmla="*/ 33 w 198"/>
                <a:gd name="T7" fmla="*/ 72 h 236"/>
                <a:gd name="T8" fmla="*/ 22 w 198"/>
                <a:gd name="T9" fmla="*/ 85 h 236"/>
                <a:gd name="T10" fmla="*/ 14 w 198"/>
                <a:gd name="T11" fmla="*/ 100 h 236"/>
                <a:gd name="T12" fmla="*/ 7 w 198"/>
                <a:gd name="T13" fmla="*/ 115 h 236"/>
                <a:gd name="T14" fmla="*/ 2 w 198"/>
                <a:gd name="T15" fmla="*/ 130 h 236"/>
                <a:gd name="T16" fmla="*/ 0 w 198"/>
                <a:gd name="T17" fmla="*/ 146 h 236"/>
                <a:gd name="T18" fmla="*/ 2 w 198"/>
                <a:gd name="T19" fmla="*/ 170 h 236"/>
                <a:gd name="T20" fmla="*/ 12 w 198"/>
                <a:gd name="T21" fmla="*/ 190 h 236"/>
                <a:gd name="T22" fmla="*/ 26 w 198"/>
                <a:gd name="T23" fmla="*/ 207 h 236"/>
                <a:gd name="T24" fmla="*/ 43 w 198"/>
                <a:gd name="T25" fmla="*/ 220 h 236"/>
                <a:gd name="T26" fmla="*/ 64 w 198"/>
                <a:gd name="T27" fmla="*/ 229 h 236"/>
                <a:gd name="T28" fmla="*/ 88 w 198"/>
                <a:gd name="T29" fmla="*/ 235 h 236"/>
                <a:gd name="T30" fmla="*/ 110 w 198"/>
                <a:gd name="T31" fmla="*/ 236 h 236"/>
                <a:gd name="T32" fmla="*/ 132 w 198"/>
                <a:gd name="T33" fmla="*/ 232 h 236"/>
                <a:gd name="T34" fmla="*/ 137 w 198"/>
                <a:gd name="T35" fmla="*/ 232 h 236"/>
                <a:gd name="T36" fmla="*/ 142 w 198"/>
                <a:gd name="T37" fmla="*/ 230 h 236"/>
                <a:gd name="T38" fmla="*/ 145 w 198"/>
                <a:gd name="T39" fmla="*/ 226 h 236"/>
                <a:gd name="T40" fmla="*/ 146 w 198"/>
                <a:gd name="T41" fmla="*/ 221 h 236"/>
                <a:gd name="T42" fmla="*/ 145 w 198"/>
                <a:gd name="T43" fmla="*/ 219 h 236"/>
                <a:gd name="T44" fmla="*/ 142 w 198"/>
                <a:gd name="T45" fmla="*/ 219 h 236"/>
                <a:gd name="T46" fmla="*/ 137 w 198"/>
                <a:gd name="T47" fmla="*/ 217 h 236"/>
                <a:gd name="T48" fmla="*/ 131 w 198"/>
                <a:gd name="T49" fmla="*/ 217 h 236"/>
                <a:gd name="T50" fmla="*/ 124 w 198"/>
                <a:gd name="T51" fmla="*/ 217 h 236"/>
                <a:gd name="T52" fmla="*/ 118 w 198"/>
                <a:gd name="T53" fmla="*/ 217 h 236"/>
                <a:gd name="T54" fmla="*/ 112 w 198"/>
                <a:gd name="T55" fmla="*/ 217 h 236"/>
                <a:gd name="T56" fmla="*/ 109 w 198"/>
                <a:gd name="T57" fmla="*/ 217 h 236"/>
                <a:gd name="T58" fmla="*/ 97 w 198"/>
                <a:gd name="T59" fmla="*/ 216 h 236"/>
                <a:gd name="T60" fmla="*/ 87 w 198"/>
                <a:gd name="T61" fmla="*/ 215 h 236"/>
                <a:gd name="T62" fmla="*/ 75 w 198"/>
                <a:gd name="T63" fmla="*/ 214 h 236"/>
                <a:gd name="T64" fmla="*/ 63 w 198"/>
                <a:gd name="T65" fmla="*/ 211 h 236"/>
                <a:gd name="T66" fmla="*/ 51 w 198"/>
                <a:gd name="T67" fmla="*/ 207 h 236"/>
                <a:gd name="T68" fmla="*/ 40 w 198"/>
                <a:gd name="T69" fmla="*/ 199 h 236"/>
                <a:gd name="T70" fmla="*/ 29 w 198"/>
                <a:gd name="T71" fmla="*/ 189 h 236"/>
                <a:gd name="T72" fmla="*/ 17 w 198"/>
                <a:gd name="T73" fmla="*/ 174 h 236"/>
                <a:gd name="T74" fmla="*/ 15 w 198"/>
                <a:gd name="T75" fmla="*/ 157 h 236"/>
                <a:gd name="T76" fmla="*/ 16 w 198"/>
                <a:gd name="T77" fmla="*/ 141 h 236"/>
                <a:gd name="T78" fmla="*/ 21 w 198"/>
                <a:gd name="T79" fmla="*/ 124 h 236"/>
                <a:gd name="T80" fmla="*/ 28 w 198"/>
                <a:gd name="T81" fmla="*/ 109 h 236"/>
                <a:gd name="T82" fmla="*/ 39 w 198"/>
                <a:gd name="T83" fmla="*/ 96 h 236"/>
                <a:gd name="T84" fmla="*/ 50 w 198"/>
                <a:gd name="T85" fmla="*/ 82 h 236"/>
                <a:gd name="T86" fmla="*/ 63 w 198"/>
                <a:gd name="T87" fmla="*/ 70 h 236"/>
                <a:gd name="T88" fmla="*/ 78 w 198"/>
                <a:gd name="T89" fmla="*/ 59 h 236"/>
                <a:gd name="T90" fmla="*/ 94 w 198"/>
                <a:gd name="T91" fmla="*/ 49 h 236"/>
                <a:gd name="T92" fmla="*/ 110 w 198"/>
                <a:gd name="T93" fmla="*/ 39 h 236"/>
                <a:gd name="T94" fmla="*/ 126 w 198"/>
                <a:gd name="T95" fmla="*/ 31 h 236"/>
                <a:gd name="T96" fmla="*/ 142 w 198"/>
                <a:gd name="T97" fmla="*/ 24 h 236"/>
                <a:gd name="T98" fmla="*/ 158 w 198"/>
                <a:gd name="T99" fmla="*/ 19 h 236"/>
                <a:gd name="T100" fmla="*/ 172 w 198"/>
                <a:gd name="T101" fmla="*/ 13 h 236"/>
                <a:gd name="T102" fmla="*/ 186 w 198"/>
                <a:gd name="T103" fmla="*/ 10 h 236"/>
                <a:gd name="T104" fmla="*/ 198 w 198"/>
                <a:gd name="T105" fmla="*/ 7 h 236"/>
                <a:gd name="T106" fmla="*/ 190 w 198"/>
                <a:gd name="T107" fmla="*/ 3 h 236"/>
                <a:gd name="T108" fmla="*/ 177 w 198"/>
                <a:gd name="T109" fmla="*/ 0 h 236"/>
                <a:gd name="T110" fmla="*/ 162 w 198"/>
                <a:gd name="T111" fmla="*/ 3 h 236"/>
                <a:gd name="T112" fmla="*/ 144 w 198"/>
                <a:gd name="T113" fmla="*/ 6 h 236"/>
                <a:gd name="T114" fmla="*/ 124 w 198"/>
                <a:gd name="T115" fmla="*/ 12 h 236"/>
                <a:gd name="T116" fmla="*/ 105 w 198"/>
                <a:gd name="T117" fmla="*/ 19 h 236"/>
                <a:gd name="T118" fmla="*/ 88 w 198"/>
                <a:gd name="T119" fmla="*/ 28 h 236"/>
                <a:gd name="T120" fmla="*/ 73 w 198"/>
                <a:gd name="T121" fmla="*/ 36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" name="Freeform 774"/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108 w 128"/>
                <a:gd name="T1" fmla="*/ 61 h 183"/>
                <a:gd name="T2" fmla="*/ 111 w 128"/>
                <a:gd name="T3" fmla="*/ 80 h 183"/>
                <a:gd name="T4" fmla="*/ 109 w 128"/>
                <a:gd name="T5" fmla="*/ 97 h 183"/>
                <a:gd name="T6" fmla="*/ 101 w 128"/>
                <a:gd name="T7" fmla="*/ 110 h 183"/>
                <a:gd name="T8" fmla="*/ 89 w 128"/>
                <a:gd name="T9" fmla="*/ 123 h 183"/>
                <a:gd name="T10" fmla="*/ 75 w 128"/>
                <a:gd name="T11" fmla="*/ 134 h 183"/>
                <a:gd name="T12" fmla="*/ 60 w 128"/>
                <a:gd name="T13" fmla="*/ 145 h 183"/>
                <a:gd name="T14" fmla="*/ 43 w 128"/>
                <a:gd name="T15" fmla="*/ 156 h 183"/>
                <a:gd name="T16" fmla="*/ 29 w 128"/>
                <a:gd name="T17" fmla="*/ 167 h 183"/>
                <a:gd name="T18" fmla="*/ 27 w 128"/>
                <a:gd name="T19" fmla="*/ 170 h 183"/>
                <a:gd name="T20" fmla="*/ 26 w 128"/>
                <a:gd name="T21" fmla="*/ 172 h 183"/>
                <a:gd name="T22" fmla="*/ 26 w 128"/>
                <a:gd name="T23" fmla="*/ 176 h 183"/>
                <a:gd name="T24" fmla="*/ 28 w 128"/>
                <a:gd name="T25" fmla="*/ 179 h 183"/>
                <a:gd name="T26" fmla="*/ 30 w 128"/>
                <a:gd name="T27" fmla="*/ 182 h 183"/>
                <a:gd name="T28" fmla="*/ 34 w 128"/>
                <a:gd name="T29" fmla="*/ 183 h 183"/>
                <a:gd name="T30" fmla="*/ 37 w 128"/>
                <a:gd name="T31" fmla="*/ 183 h 183"/>
                <a:gd name="T32" fmla="*/ 41 w 128"/>
                <a:gd name="T33" fmla="*/ 182 h 183"/>
                <a:gd name="T34" fmla="*/ 58 w 128"/>
                <a:gd name="T35" fmla="*/ 171 h 183"/>
                <a:gd name="T36" fmla="*/ 76 w 128"/>
                <a:gd name="T37" fmla="*/ 160 h 183"/>
                <a:gd name="T38" fmla="*/ 92 w 128"/>
                <a:gd name="T39" fmla="*/ 147 h 183"/>
                <a:gd name="T40" fmla="*/ 108 w 128"/>
                <a:gd name="T41" fmla="*/ 132 h 183"/>
                <a:gd name="T42" fmla="*/ 118 w 128"/>
                <a:gd name="T43" fmla="*/ 116 h 183"/>
                <a:gd name="T44" fmla="*/ 125 w 128"/>
                <a:gd name="T45" fmla="*/ 98 h 183"/>
                <a:gd name="T46" fmla="*/ 128 w 128"/>
                <a:gd name="T47" fmla="*/ 78 h 183"/>
                <a:gd name="T48" fmla="*/ 123 w 128"/>
                <a:gd name="T49" fmla="*/ 58 h 183"/>
                <a:gd name="T50" fmla="*/ 112 w 128"/>
                <a:gd name="T51" fmla="*/ 41 h 183"/>
                <a:gd name="T52" fmla="*/ 98 w 128"/>
                <a:gd name="T53" fmla="*/ 28 h 183"/>
                <a:gd name="T54" fmla="*/ 80 w 128"/>
                <a:gd name="T55" fmla="*/ 16 h 183"/>
                <a:gd name="T56" fmla="*/ 61 w 128"/>
                <a:gd name="T57" fmla="*/ 8 h 183"/>
                <a:gd name="T58" fmla="*/ 41 w 128"/>
                <a:gd name="T59" fmla="*/ 2 h 183"/>
                <a:gd name="T60" fmla="*/ 23 w 128"/>
                <a:gd name="T61" fmla="*/ 0 h 183"/>
                <a:gd name="T62" fmla="*/ 9 w 128"/>
                <a:gd name="T63" fmla="*/ 1 h 183"/>
                <a:gd name="T64" fmla="*/ 0 w 128"/>
                <a:gd name="T65" fmla="*/ 6 h 183"/>
                <a:gd name="T66" fmla="*/ 16 w 128"/>
                <a:gd name="T67" fmla="*/ 10 h 183"/>
                <a:gd name="T68" fmla="*/ 33 w 128"/>
                <a:gd name="T69" fmla="*/ 14 h 183"/>
                <a:gd name="T70" fmla="*/ 48 w 128"/>
                <a:gd name="T71" fmla="*/ 17 h 183"/>
                <a:gd name="T72" fmla="*/ 63 w 128"/>
                <a:gd name="T73" fmla="*/ 22 h 183"/>
                <a:gd name="T74" fmla="*/ 77 w 128"/>
                <a:gd name="T75" fmla="*/ 28 h 183"/>
                <a:gd name="T76" fmla="*/ 90 w 128"/>
                <a:gd name="T77" fmla="*/ 36 h 183"/>
                <a:gd name="T78" fmla="*/ 101 w 128"/>
                <a:gd name="T79" fmla="*/ 46 h 183"/>
                <a:gd name="T80" fmla="*/ 108 w 128"/>
                <a:gd name="T81" fmla="*/ 61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" name="Freeform 775"/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101 w 323"/>
                <a:gd name="T1" fmla="*/ 70 h 379"/>
                <a:gd name="T2" fmla="*/ 54 w 323"/>
                <a:gd name="T3" fmla="*/ 115 h 379"/>
                <a:gd name="T4" fmla="*/ 18 w 323"/>
                <a:gd name="T5" fmla="*/ 167 h 379"/>
                <a:gd name="T6" fmla="*/ 0 w 323"/>
                <a:gd name="T7" fmla="*/ 227 h 379"/>
                <a:gd name="T8" fmla="*/ 4 w 323"/>
                <a:gd name="T9" fmla="*/ 267 h 379"/>
                <a:gd name="T10" fmla="*/ 11 w 323"/>
                <a:gd name="T11" fmla="*/ 283 h 379"/>
                <a:gd name="T12" fmla="*/ 21 w 323"/>
                <a:gd name="T13" fmla="*/ 298 h 379"/>
                <a:gd name="T14" fmla="*/ 34 w 323"/>
                <a:gd name="T15" fmla="*/ 311 h 379"/>
                <a:gd name="T16" fmla="*/ 57 w 323"/>
                <a:gd name="T17" fmla="*/ 325 h 379"/>
                <a:gd name="T18" fmla="*/ 87 w 323"/>
                <a:gd name="T19" fmla="*/ 340 h 379"/>
                <a:gd name="T20" fmla="*/ 120 w 323"/>
                <a:gd name="T21" fmla="*/ 351 h 379"/>
                <a:gd name="T22" fmla="*/ 153 w 323"/>
                <a:gd name="T23" fmla="*/ 360 h 379"/>
                <a:gd name="T24" fmla="*/ 187 w 323"/>
                <a:gd name="T25" fmla="*/ 367 h 379"/>
                <a:gd name="T26" fmla="*/ 221 w 323"/>
                <a:gd name="T27" fmla="*/ 372 h 379"/>
                <a:gd name="T28" fmla="*/ 256 w 323"/>
                <a:gd name="T29" fmla="*/ 375 h 379"/>
                <a:gd name="T30" fmla="*/ 290 w 323"/>
                <a:gd name="T31" fmla="*/ 378 h 379"/>
                <a:gd name="T32" fmla="*/ 312 w 323"/>
                <a:gd name="T33" fmla="*/ 379 h 379"/>
                <a:gd name="T34" fmla="*/ 320 w 323"/>
                <a:gd name="T35" fmla="*/ 372 h 379"/>
                <a:gd name="T36" fmla="*/ 323 w 323"/>
                <a:gd name="T37" fmla="*/ 360 h 379"/>
                <a:gd name="T38" fmla="*/ 316 w 323"/>
                <a:gd name="T39" fmla="*/ 352 h 379"/>
                <a:gd name="T40" fmla="*/ 295 w 323"/>
                <a:gd name="T41" fmla="*/ 351 h 379"/>
                <a:gd name="T42" fmla="*/ 263 w 323"/>
                <a:gd name="T43" fmla="*/ 350 h 379"/>
                <a:gd name="T44" fmla="*/ 231 w 323"/>
                <a:gd name="T45" fmla="*/ 348 h 379"/>
                <a:gd name="T46" fmla="*/ 200 w 323"/>
                <a:gd name="T47" fmla="*/ 343 h 379"/>
                <a:gd name="T48" fmla="*/ 168 w 323"/>
                <a:gd name="T49" fmla="*/ 337 h 379"/>
                <a:gd name="T50" fmla="*/ 136 w 323"/>
                <a:gd name="T51" fmla="*/ 329 h 379"/>
                <a:gd name="T52" fmla="*/ 106 w 323"/>
                <a:gd name="T53" fmla="*/ 320 h 379"/>
                <a:gd name="T54" fmla="*/ 76 w 323"/>
                <a:gd name="T55" fmla="*/ 306 h 379"/>
                <a:gd name="T56" fmla="*/ 51 w 323"/>
                <a:gd name="T57" fmla="*/ 291 h 379"/>
                <a:gd name="T58" fmla="*/ 35 w 323"/>
                <a:gd name="T59" fmla="*/ 269 h 379"/>
                <a:gd name="T60" fmla="*/ 31 w 323"/>
                <a:gd name="T61" fmla="*/ 239 h 379"/>
                <a:gd name="T62" fmla="*/ 38 w 323"/>
                <a:gd name="T63" fmla="*/ 197 h 379"/>
                <a:gd name="T64" fmla="*/ 51 w 323"/>
                <a:gd name="T65" fmla="*/ 165 h 379"/>
                <a:gd name="T66" fmla="*/ 68 w 323"/>
                <a:gd name="T67" fmla="*/ 136 h 379"/>
                <a:gd name="T68" fmla="*/ 89 w 323"/>
                <a:gd name="T69" fmla="*/ 111 h 379"/>
                <a:gd name="T70" fmla="*/ 114 w 323"/>
                <a:gd name="T71" fmla="*/ 88 h 379"/>
                <a:gd name="T72" fmla="*/ 144 w 323"/>
                <a:gd name="T73" fmla="*/ 64 h 379"/>
                <a:gd name="T74" fmla="*/ 181 w 323"/>
                <a:gd name="T75" fmla="*/ 41 h 379"/>
                <a:gd name="T76" fmla="*/ 219 w 323"/>
                <a:gd name="T77" fmla="*/ 22 h 379"/>
                <a:gd name="T78" fmla="*/ 253 w 323"/>
                <a:gd name="T79" fmla="*/ 7 h 379"/>
                <a:gd name="T80" fmla="*/ 255 w 323"/>
                <a:gd name="T81" fmla="*/ 0 h 379"/>
                <a:gd name="T82" fmla="*/ 221 w 323"/>
                <a:gd name="T83" fmla="*/ 5 h 379"/>
                <a:gd name="T84" fmla="*/ 181 w 323"/>
                <a:gd name="T85" fmla="*/ 19 h 379"/>
                <a:gd name="T86" fmla="*/ 142 w 323"/>
                <a:gd name="T87" fmla="*/ 39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4" name="Freeform 776"/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235 w 282"/>
                <a:gd name="T1" fmla="*/ 78 h 253"/>
                <a:gd name="T2" fmla="*/ 248 w 282"/>
                <a:gd name="T3" fmla="*/ 92 h 253"/>
                <a:gd name="T4" fmla="*/ 255 w 282"/>
                <a:gd name="T5" fmla="*/ 108 h 253"/>
                <a:gd name="T6" fmla="*/ 259 w 282"/>
                <a:gd name="T7" fmla="*/ 125 h 253"/>
                <a:gd name="T8" fmla="*/ 259 w 282"/>
                <a:gd name="T9" fmla="*/ 144 h 253"/>
                <a:gd name="T10" fmla="*/ 257 w 282"/>
                <a:gd name="T11" fmla="*/ 159 h 253"/>
                <a:gd name="T12" fmla="*/ 252 w 282"/>
                <a:gd name="T13" fmla="*/ 171 h 253"/>
                <a:gd name="T14" fmla="*/ 244 w 282"/>
                <a:gd name="T15" fmla="*/ 184 h 253"/>
                <a:gd name="T16" fmla="*/ 236 w 282"/>
                <a:gd name="T17" fmla="*/ 194 h 253"/>
                <a:gd name="T18" fmla="*/ 225 w 282"/>
                <a:gd name="T19" fmla="*/ 206 h 253"/>
                <a:gd name="T20" fmla="*/ 215 w 282"/>
                <a:gd name="T21" fmla="*/ 215 h 253"/>
                <a:gd name="T22" fmla="*/ 204 w 282"/>
                <a:gd name="T23" fmla="*/ 225 h 253"/>
                <a:gd name="T24" fmla="*/ 194 w 282"/>
                <a:gd name="T25" fmla="*/ 236 h 253"/>
                <a:gd name="T26" fmla="*/ 191 w 282"/>
                <a:gd name="T27" fmla="*/ 239 h 253"/>
                <a:gd name="T28" fmla="*/ 190 w 282"/>
                <a:gd name="T29" fmla="*/ 242 h 253"/>
                <a:gd name="T30" fmla="*/ 191 w 282"/>
                <a:gd name="T31" fmla="*/ 246 h 253"/>
                <a:gd name="T32" fmla="*/ 194 w 282"/>
                <a:gd name="T33" fmla="*/ 249 h 253"/>
                <a:gd name="T34" fmla="*/ 197 w 282"/>
                <a:gd name="T35" fmla="*/ 252 h 253"/>
                <a:gd name="T36" fmla="*/ 201 w 282"/>
                <a:gd name="T37" fmla="*/ 253 h 253"/>
                <a:gd name="T38" fmla="*/ 205 w 282"/>
                <a:gd name="T39" fmla="*/ 252 h 253"/>
                <a:gd name="T40" fmla="*/ 209 w 282"/>
                <a:gd name="T41" fmla="*/ 249 h 253"/>
                <a:gd name="T42" fmla="*/ 232 w 282"/>
                <a:gd name="T43" fmla="*/ 234 h 253"/>
                <a:gd name="T44" fmla="*/ 251 w 282"/>
                <a:gd name="T45" fmla="*/ 215 h 253"/>
                <a:gd name="T46" fmla="*/ 267 w 282"/>
                <a:gd name="T47" fmla="*/ 192 h 253"/>
                <a:gd name="T48" fmla="*/ 278 w 282"/>
                <a:gd name="T49" fmla="*/ 168 h 253"/>
                <a:gd name="T50" fmla="*/ 282 w 282"/>
                <a:gd name="T51" fmla="*/ 141 h 253"/>
                <a:gd name="T52" fmla="*/ 279 w 282"/>
                <a:gd name="T53" fmla="*/ 116 h 253"/>
                <a:gd name="T54" fmla="*/ 270 w 282"/>
                <a:gd name="T55" fmla="*/ 92 h 253"/>
                <a:gd name="T56" fmla="*/ 251 w 282"/>
                <a:gd name="T57" fmla="*/ 70 h 253"/>
                <a:gd name="T58" fmla="*/ 237 w 282"/>
                <a:gd name="T59" fmla="*/ 59 h 253"/>
                <a:gd name="T60" fmla="*/ 221 w 282"/>
                <a:gd name="T61" fmla="*/ 48 h 253"/>
                <a:gd name="T62" fmla="*/ 202 w 282"/>
                <a:gd name="T63" fmla="*/ 39 h 253"/>
                <a:gd name="T64" fmla="*/ 183 w 282"/>
                <a:gd name="T65" fmla="*/ 31 h 253"/>
                <a:gd name="T66" fmla="*/ 163 w 282"/>
                <a:gd name="T67" fmla="*/ 24 h 253"/>
                <a:gd name="T68" fmla="*/ 142 w 282"/>
                <a:gd name="T69" fmla="*/ 18 h 253"/>
                <a:gd name="T70" fmla="*/ 122 w 282"/>
                <a:gd name="T71" fmla="*/ 13 h 253"/>
                <a:gd name="T72" fmla="*/ 101 w 282"/>
                <a:gd name="T73" fmla="*/ 8 h 253"/>
                <a:gd name="T74" fmla="*/ 82 w 282"/>
                <a:gd name="T75" fmla="*/ 5 h 253"/>
                <a:gd name="T76" fmla="*/ 63 w 282"/>
                <a:gd name="T77" fmla="*/ 2 h 253"/>
                <a:gd name="T78" fmla="*/ 47 w 282"/>
                <a:gd name="T79" fmla="*/ 0 h 253"/>
                <a:gd name="T80" fmla="*/ 32 w 282"/>
                <a:gd name="T81" fmla="*/ 0 h 253"/>
                <a:gd name="T82" fmla="*/ 19 w 282"/>
                <a:gd name="T83" fmla="*/ 0 h 253"/>
                <a:gd name="T84" fmla="*/ 10 w 282"/>
                <a:gd name="T85" fmla="*/ 1 h 253"/>
                <a:gd name="T86" fmla="*/ 4 w 282"/>
                <a:gd name="T87" fmla="*/ 4 h 253"/>
                <a:gd name="T88" fmla="*/ 0 w 282"/>
                <a:gd name="T89" fmla="*/ 6 h 253"/>
                <a:gd name="T90" fmla="*/ 12 w 282"/>
                <a:gd name="T91" fmla="*/ 8 h 253"/>
                <a:gd name="T92" fmla="*/ 25 w 282"/>
                <a:gd name="T93" fmla="*/ 9 h 253"/>
                <a:gd name="T94" fmla="*/ 38 w 282"/>
                <a:gd name="T95" fmla="*/ 12 h 253"/>
                <a:gd name="T96" fmla="*/ 52 w 282"/>
                <a:gd name="T97" fmla="*/ 14 h 253"/>
                <a:gd name="T98" fmla="*/ 67 w 282"/>
                <a:gd name="T99" fmla="*/ 16 h 253"/>
                <a:gd name="T100" fmla="*/ 82 w 282"/>
                <a:gd name="T101" fmla="*/ 18 h 253"/>
                <a:gd name="T102" fmla="*/ 97 w 282"/>
                <a:gd name="T103" fmla="*/ 22 h 253"/>
                <a:gd name="T104" fmla="*/ 114 w 282"/>
                <a:gd name="T105" fmla="*/ 25 h 253"/>
                <a:gd name="T106" fmla="*/ 129 w 282"/>
                <a:gd name="T107" fmla="*/ 30 h 253"/>
                <a:gd name="T108" fmla="*/ 146 w 282"/>
                <a:gd name="T109" fmla="*/ 35 h 253"/>
                <a:gd name="T110" fmla="*/ 162 w 282"/>
                <a:gd name="T111" fmla="*/ 40 h 253"/>
                <a:gd name="T112" fmla="*/ 177 w 282"/>
                <a:gd name="T113" fmla="*/ 46 h 253"/>
                <a:gd name="T114" fmla="*/ 192 w 282"/>
                <a:gd name="T115" fmla="*/ 53 h 253"/>
                <a:gd name="T116" fmla="*/ 208 w 282"/>
                <a:gd name="T117" fmla="*/ 60 h 253"/>
                <a:gd name="T118" fmla="*/ 222 w 282"/>
                <a:gd name="T119" fmla="*/ 69 h 253"/>
                <a:gd name="T120" fmla="*/ 235 w 282"/>
                <a:gd name="T121" fmla="*/ 78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5" name="Freeform 777"/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128 h 236"/>
                <a:gd name="T2" fmla="*/ 0 w 115"/>
                <a:gd name="T3" fmla="*/ 148 h 236"/>
                <a:gd name="T4" fmla="*/ 5 w 115"/>
                <a:gd name="T5" fmla="*/ 166 h 236"/>
                <a:gd name="T6" fmla="*/ 13 w 115"/>
                <a:gd name="T7" fmla="*/ 184 h 236"/>
                <a:gd name="T8" fmla="*/ 24 w 115"/>
                <a:gd name="T9" fmla="*/ 198 h 236"/>
                <a:gd name="T10" fmla="*/ 39 w 115"/>
                <a:gd name="T11" fmla="*/ 211 h 236"/>
                <a:gd name="T12" fmla="*/ 55 w 115"/>
                <a:gd name="T13" fmla="*/ 223 h 236"/>
                <a:gd name="T14" fmla="*/ 74 w 115"/>
                <a:gd name="T15" fmla="*/ 231 h 236"/>
                <a:gd name="T16" fmla="*/ 92 w 115"/>
                <a:gd name="T17" fmla="*/ 235 h 236"/>
                <a:gd name="T18" fmla="*/ 98 w 115"/>
                <a:gd name="T19" fmla="*/ 236 h 236"/>
                <a:gd name="T20" fmla="*/ 104 w 115"/>
                <a:gd name="T21" fmla="*/ 234 h 236"/>
                <a:gd name="T22" fmla="*/ 109 w 115"/>
                <a:gd name="T23" fmla="*/ 231 h 236"/>
                <a:gd name="T24" fmla="*/ 111 w 115"/>
                <a:gd name="T25" fmla="*/ 226 h 236"/>
                <a:gd name="T26" fmla="*/ 111 w 115"/>
                <a:gd name="T27" fmla="*/ 220 h 236"/>
                <a:gd name="T28" fmla="*/ 110 w 115"/>
                <a:gd name="T29" fmla="*/ 215 h 236"/>
                <a:gd name="T30" fmla="*/ 107 w 115"/>
                <a:gd name="T31" fmla="*/ 210 h 236"/>
                <a:gd name="T32" fmla="*/ 101 w 115"/>
                <a:gd name="T33" fmla="*/ 208 h 236"/>
                <a:gd name="T34" fmla="*/ 82 w 115"/>
                <a:gd name="T35" fmla="*/ 201 h 236"/>
                <a:gd name="T36" fmla="*/ 64 w 115"/>
                <a:gd name="T37" fmla="*/ 192 h 236"/>
                <a:gd name="T38" fmla="*/ 50 w 115"/>
                <a:gd name="T39" fmla="*/ 179 h 236"/>
                <a:gd name="T40" fmla="*/ 40 w 115"/>
                <a:gd name="T41" fmla="*/ 165 h 236"/>
                <a:gd name="T42" fmla="*/ 33 w 115"/>
                <a:gd name="T43" fmla="*/ 148 h 236"/>
                <a:gd name="T44" fmla="*/ 29 w 115"/>
                <a:gd name="T45" fmla="*/ 130 h 236"/>
                <a:gd name="T46" fmla="*/ 29 w 115"/>
                <a:gd name="T47" fmla="*/ 110 h 236"/>
                <a:gd name="T48" fmla="*/ 35 w 115"/>
                <a:gd name="T49" fmla="*/ 89 h 236"/>
                <a:gd name="T50" fmla="*/ 43 w 115"/>
                <a:gd name="T51" fmla="*/ 74 h 236"/>
                <a:gd name="T52" fmla="*/ 56 w 115"/>
                <a:gd name="T53" fmla="*/ 60 h 236"/>
                <a:gd name="T54" fmla="*/ 70 w 115"/>
                <a:gd name="T55" fmla="*/ 46 h 236"/>
                <a:gd name="T56" fmla="*/ 85 w 115"/>
                <a:gd name="T57" fmla="*/ 33 h 236"/>
                <a:gd name="T58" fmla="*/ 98 w 115"/>
                <a:gd name="T59" fmla="*/ 23 h 236"/>
                <a:gd name="T60" fmla="*/ 109 w 115"/>
                <a:gd name="T61" fmla="*/ 12 h 236"/>
                <a:gd name="T62" fmla="*/ 115 w 115"/>
                <a:gd name="T63" fmla="*/ 6 h 236"/>
                <a:gd name="T64" fmla="*/ 115 w 115"/>
                <a:gd name="T65" fmla="*/ 0 h 236"/>
                <a:gd name="T66" fmla="*/ 102 w 115"/>
                <a:gd name="T67" fmla="*/ 4 h 236"/>
                <a:gd name="T68" fmla="*/ 85 w 115"/>
                <a:gd name="T69" fmla="*/ 12 h 236"/>
                <a:gd name="T70" fmla="*/ 68 w 115"/>
                <a:gd name="T71" fmla="*/ 26 h 236"/>
                <a:gd name="T72" fmla="*/ 49 w 115"/>
                <a:gd name="T73" fmla="*/ 42 h 236"/>
                <a:gd name="T74" fmla="*/ 32 w 115"/>
                <a:gd name="T75" fmla="*/ 61 h 236"/>
                <a:gd name="T76" fmla="*/ 17 w 115"/>
                <a:gd name="T77" fmla="*/ 82 h 236"/>
                <a:gd name="T78" fmla="*/ 6 w 115"/>
                <a:gd name="T79" fmla="*/ 105 h 236"/>
                <a:gd name="T80" fmla="*/ 0 w 115"/>
                <a:gd name="T81" fmla="*/ 128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6" name="Freeform 778"/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208 w 245"/>
                <a:gd name="T1" fmla="*/ 124 h 310"/>
                <a:gd name="T2" fmla="*/ 220 w 245"/>
                <a:gd name="T3" fmla="*/ 144 h 310"/>
                <a:gd name="T4" fmla="*/ 226 w 245"/>
                <a:gd name="T5" fmla="*/ 164 h 310"/>
                <a:gd name="T6" fmla="*/ 222 w 245"/>
                <a:gd name="T7" fmla="*/ 187 h 310"/>
                <a:gd name="T8" fmla="*/ 208 w 245"/>
                <a:gd name="T9" fmla="*/ 209 h 310"/>
                <a:gd name="T10" fmla="*/ 188 w 245"/>
                <a:gd name="T11" fmla="*/ 229 h 310"/>
                <a:gd name="T12" fmla="*/ 166 w 245"/>
                <a:gd name="T13" fmla="*/ 246 h 310"/>
                <a:gd name="T14" fmla="*/ 142 w 245"/>
                <a:gd name="T15" fmla="*/ 264 h 310"/>
                <a:gd name="T16" fmla="*/ 128 w 245"/>
                <a:gd name="T17" fmla="*/ 278 h 310"/>
                <a:gd name="T18" fmla="*/ 124 w 245"/>
                <a:gd name="T19" fmla="*/ 287 h 310"/>
                <a:gd name="T20" fmla="*/ 120 w 245"/>
                <a:gd name="T21" fmla="*/ 296 h 310"/>
                <a:gd name="T22" fmla="*/ 122 w 245"/>
                <a:gd name="T23" fmla="*/ 306 h 310"/>
                <a:gd name="T24" fmla="*/ 131 w 245"/>
                <a:gd name="T25" fmla="*/ 310 h 310"/>
                <a:gd name="T26" fmla="*/ 139 w 245"/>
                <a:gd name="T27" fmla="*/ 309 h 310"/>
                <a:gd name="T28" fmla="*/ 154 w 245"/>
                <a:gd name="T29" fmla="*/ 292 h 310"/>
                <a:gd name="T30" fmla="*/ 180 w 245"/>
                <a:gd name="T31" fmla="*/ 269 h 310"/>
                <a:gd name="T32" fmla="*/ 207 w 245"/>
                <a:gd name="T33" fmla="*/ 246 h 310"/>
                <a:gd name="T34" fmla="*/ 230 w 245"/>
                <a:gd name="T35" fmla="*/ 219 h 310"/>
                <a:gd name="T36" fmla="*/ 244 w 245"/>
                <a:gd name="T37" fmla="*/ 186 h 310"/>
                <a:gd name="T38" fmla="*/ 243 w 245"/>
                <a:gd name="T39" fmla="*/ 152 h 310"/>
                <a:gd name="T40" fmla="*/ 228 w 245"/>
                <a:gd name="T41" fmla="*/ 119 h 310"/>
                <a:gd name="T42" fmla="*/ 203 w 245"/>
                <a:gd name="T43" fmla="*/ 93 h 310"/>
                <a:gd name="T44" fmla="*/ 176 w 245"/>
                <a:gd name="T45" fmla="*/ 76 h 310"/>
                <a:gd name="T46" fmla="*/ 151 w 245"/>
                <a:gd name="T47" fmla="*/ 61 h 310"/>
                <a:gd name="T48" fmla="*/ 122 w 245"/>
                <a:gd name="T49" fmla="*/ 46 h 310"/>
                <a:gd name="T50" fmla="*/ 93 w 245"/>
                <a:gd name="T51" fmla="*/ 31 h 310"/>
                <a:gd name="T52" fmla="*/ 66 w 245"/>
                <a:gd name="T53" fmla="*/ 18 h 310"/>
                <a:gd name="T54" fmla="*/ 40 w 245"/>
                <a:gd name="T55" fmla="*/ 8 h 310"/>
                <a:gd name="T56" fmla="*/ 20 w 245"/>
                <a:gd name="T57" fmla="*/ 1 h 310"/>
                <a:gd name="T58" fmla="*/ 5 w 245"/>
                <a:gd name="T59" fmla="*/ 0 h 310"/>
                <a:gd name="T60" fmla="*/ 11 w 245"/>
                <a:gd name="T61" fmla="*/ 8 h 310"/>
                <a:gd name="T62" fmla="*/ 36 w 245"/>
                <a:gd name="T63" fmla="*/ 20 h 310"/>
                <a:gd name="T64" fmla="*/ 60 w 245"/>
                <a:gd name="T65" fmla="*/ 31 h 310"/>
                <a:gd name="T66" fmla="*/ 86 w 245"/>
                <a:gd name="T67" fmla="*/ 44 h 310"/>
                <a:gd name="T68" fmla="*/ 113 w 245"/>
                <a:gd name="T69" fmla="*/ 57 h 310"/>
                <a:gd name="T70" fmla="*/ 139 w 245"/>
                <a:gd name="T71" fmla="*/ 71 h 310"/>
                <a:gd name="T72" fmla="*/ 165 w 245"/>
                <a:gd name="T73" fmla="*/ 88 h 310"/>
                <a:gd name="T74" fmla="*/ 188 w 245"/>
                <a:gd name="T75" fmla="*/ 106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7" name="Freeform 779"/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76" name="Group 780"/>
          <p:cNvGrpSpPr>
            <a:grpSpLocks/>
          </p:cNvGrpSpPr>
          <p:nvPr/>
        </p:nvGrpSpPr>
        <p:grpSpPr bwMode="auto">
          <a:xfrm>
            <a:off x="1428751" y="2927615"/>
            <a:ext cx="290513" cy="337343"/>
            <a:chOff x="4290" y="3130"/>
            <a:chExt cx="183" cy="255"/>
          </a:xfrm>
        </p:grpSpPr>
        <p:pic>
          <p:nvPicPr>
            <p:cNvPr id="2182" name="Picture 781" descr="31u_bnrz[1]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3" name="Freeform 782"/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70 w 199"/>
                <a:gd name="T1" fmla="*/ 29 h 232"/>
                <a:gd name="T2" fmla="*/ 55 w 199"/>
                <a:gd name="T3" fmla="*/ 39 h 232"/>
                <a:gd name="T4" fmla="*/ 42 w 199"/>
                <a:gd name="T5" fmla="*/ 50 h 232"/>
                <a:gd name="T6" fmla="*/ 30 w 199"/>
                <a:gd name="T7" fmla="*/ 63 h 232"/>
                <a:gd name="T8" fmla="*/ 20 w 199"/>
                <a:gd name="T9" fmla="*/ 77 h 232"/>
                <a:gd name="T10" fmla="*/ 12 w 199"/>
                <a:gd name="T11" fmla="*/ 91 h 232"/>
                <a:gd name="T12" fmla="*/ 6 w 199"/>
                <a:gd name="T13" fmla="*/ 108 h 232"/>
                <a:gd name="T14" fmla="*/ 2 w 199"/>
                <a:gd name="T15" fmla="*/ 125 h 232"/>
                <a:gd name="T16" fmla="*/ 0 w 199"/>
                <a:gd name="T17" fmla="*/ 142 h 232"/>
                <a:gd name="T18" fmla="*/ 2 w 199"/>
                <a:gd name="T19" fmla="*/ 166 h 232"/>
                <a:gd name="T20" fmla="*/ 12 w 199"/>
                <a:gd name="T21" fmla="*/ 186 h 232"/>
                <a:gd name="T22" fmla="*/ 26 w 199"/>
                <a:gd name="T23" fmla="*/ 203 h 232"/>
                <a:gd name="T24" fmla="*/ 45 w 199"/>
                <a:gd name="T25" fmla="*/ 216 h 232"/>
                <a:gd name="T26" fmla="*/ 66 w 199"/>
                <a:gd name="T27" fmla="*/ 226 h 232"/>
                <a:gd name="T28" fmla="*/ 88 w 199"/>
                <a:gd name="T29" fmla="*/ 230 h 232"/>
                <a:gd name="T30" fmla="*/ 111 w 199"/>
                <a:gd name="T31" fmla="*/ 232 h 232"/>
                <a:gd name="T32" fmla="*/ 134 w 199"/>
                <a:gd name="T33" fmla="*/ 228 h 232"/>
                <a:gd name="T34" fmla="*/ 138 w 199"/>
                <a:gd name="T35" fmla="*/ 228 h 232"/>
                <a:gd name="T36" fmla="*/ 143 w 199"/>
                <a:gd name="T37" fmla="*/ 226 h 232"/>
                <a:gd name="T38" fmla="*/ 147 w 199"/>
                <a:gd name="T39" fmla="*/ 222 h 232"/>
                <a:gd name="T40" fmla="*/ 148 w 199"/>
                <a:gd name="T41" fmla="*/ 218 h 232"/>
                <a:gd name="T42" fmla="*/ 145 w 199"/>
                <a:gd name="T43" fmla="*/ 212 h 232"/>
                <a:gd name="T44" fmla="*/ 141 w 199"/>
                <a:gd name="T45" fmla="*/ 207 h 232"/>
                <a:gd name="T46" fmla="*/ 135 w 199"/>
                <a:gd name="T47" fmla="*/ 203 h 232"/>
                <a:gd name="T48" fmla="*/ 129 w 199"/>
                <a:gd name="T49" fmla="*/ 201 h 232"/>
                <a:gd name="T50" fmla="*/ 117 w 199"/>
                <a:gd name="T51" fmla="*/ 197 h 232"/>
                <a:gd name="T52" fmla="*/ 105 w 199"/>
                <a:gd name="T53" fmla="*/ 195 h 232"/>
                <a:gd name="T54" fmla="*/ 94 w 199"/>
                <a:gd name="T55" fmla="*/ 193 h 232"/>
                <a:gd name="T56" fmla="*/ 83 w 199"/>
                <a:gd name="T57" fmla="*/ 190 h 232"/>
                <a:gd name="T58" fmla="*/ 73 w 199"/>
                <a:gd name="T59" fmla="*/ 187 h 232"/>
                <a:gd name="T60" fmla="*/ 62 w 199"/>
                <a:gd name="T61" fmla="*/ 182 h 232"/>
                <a:gd name="T62" fmla="*/ 53 w 199"/>
                <a:gd name="T63" fmla="*/ 176 h 232"/>
                <a:gd name="T64" fmla="*/ 43 w 199"/>
                <a:gd name="T65" fmla="*/ 167 h 232"/>
                <a:gd name="T66" fmla="*/ 40 w 199"/>
                <a:gd name="T67" fmla="*/ 128 h 232"/>
                <a:gd name="T68" fmla="*/ 49 w 199"/>
                <a:gd name="T69" fmla="*/ 96 h 232"/>
                <a:gd name="T70" fmla="*/ 68 w 199"/>
                <a:gd name="T71" fmla="*/ 71 h 232"/>
                <a:gd name="T72" fmla="*/ 94 w 199"/>
                <a:gd name="T73" fmla="*/ 50 h 232"/>
                <a:gd name="T74" fmla="*/ 122 w 199"/>
                <a:gd name="T75" fmla="*/ 34 h 232"/>
                <a:gd name="T76" fmla="*/ 151 w 199"/>
                <a:gd name="T77" fmla="*/ 21 h 232"/>
                <a:gd name="T78" fmla="*/ 178 w 199"/>
                <a:gd name="T79" fmla="*/ 12 h 232"/>
                <a:gd name="T80" fmla="*/ 199 w 199"/>
                <a:gd name="T81" fmla="*/ 4 h 232"/>
                <a:gd name="T82" fmla="*/ 186 w 199"/>
                <a:gd name="T83" fmla="*/ 1 h 232"/>
                <a:gd name="T84" fmla="*/ 172 w 199"/>
                <a:gd name="T85" fmla="*/ 0 h 232"/>
                <a:gd name="T86" fmla="*/ 156 w 199"/>
                <a:gd name="T87" fmla="*/ 2 h 232"/>
                <a:gd name="T88" fmla="*/ 138 w 199"/>
                <a:gd name="T89" fmla="*/ 4 h 232"/>
                <a:gd name="T90" fmla="*/ 121 w 199"/>
                <a:gd name="T91" fmla="*/ 10 h 232"/>
                <a:gd name="T92" fmla="*/ 103 w 199"/>
                <a:gd name="T93" fmla="*/ 16 h 232"/>
                <a:gd name="T94" fmla="*/ 86 w 199"/>
                <a:gd name="T95" fmla="*/ 23 h 232"/>
                <a:gd name="T96" fmla="*/ 70 w 199"/>
                <a:gd name="T97" fmla="*/ 29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" name="Freeform 783"/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108 w 128"/>
                <a:gd name="T1" fmla="*/ 59 h 180"/>
                <a:gd name="T2" fmla="*/ 113 w 128"/>
                <a:gd name="T3" fmla="*/ 77 h 180"/>
                <a:gd name="T4" fmla="*/ 111 w 128"/>
                <a:gd name="T5" fmla="*/ 94 h 180"/>
                <a:gd name="T6" fmla="*/ 103 w 128"/>
                <a:gd name="T7" fmla="*/ 108 h 180"/>
                <a:gd name="T8" fmla="*/ 91 w 128"/>
                <a:gd name="T9" fmla="*/ 121 h 180"/>
                <a:gd name="T10" fmla="*/ 77 w 128"/>
                <a:gd name="T11" fmla="*/ 132 h 180"/>
                <a:gd name="T12" fmla="*/ 61 w 128"/>
                <a:gd name="T13" fmla="*/ 144 h 180"/>
                <a:gd name="T14" fmla="*/ 45 w 128"/>
                <a:gd name="T15" fmla="*/ 154 h 180"/>
                <a:gd name="T16" fmla="*/ 30 w 128"/>
                <a:gd name="T17" fmla="*/ 164 h 180"/>
                <a:gd name="T18" fmla="*/ 28 w 128"/>
                <a:gd name="T19" fmla="*/ 168 h 180"/>
                <a:gd name="T20" fmla="*/ 27 w 128"/>
                <a:gd name="T21" fmla="*/ 170 h 180"/>
                <a:gd name="T22" fmla="*/ 27 w 128"/>
                <a:gd name="T23" fmla="*/ 174 h 180"/>
                <a:gd name="T24" fmla="*/ 28 w 128"/>
                <a:gd name="T25" fmla="*/ 177 h 180"/>
                <a:gd name="T26" fmla="*/ 32 w 128"/>
                <a:gd name="T27" fmla="*/ 179 h 180"/>
                <a:gd name="T28" fmla="*/ 35 w 128"/>
                <a:gd name="T29" fmla="*/ 180 h 180"/>
                <a:gd name="T30" fmla="*/ 37 w 128"/>
                <a:gd name="T31" fmla="*/ 180 h 180"/>
                <a:gd name="T32" fmla="*/ 41 w 128"/>
                <a:gd name="T33" fmla="*/ 179 h 180"/>
                <a:gd name="T34" fmla="*/ 60 w 128"/>
                <a:gd name="T35" fmla="*/ 169 h 180"/>
                <a:gd name="T36" fmla="*/ 77 w 128"/>
                <a:gd name="T37" fmla="*/ 158 h 180"/>
                <a:gd name="T38" fmla="*/ 94 w 128"/>
                <a:gd name="T39" fmla="*/ 145 h 180"/>
                <a:gd name="T40" fmla="*/ 109 w 128"/>
                <a:gd name="T41" fmla="*/ 130 h 180"/>
                <a:gd name="T42" fmla="*/ 120 w 128"/>
                <a:gd name="T43" fmla="*/ 114 h 180"/>
                <a:gd name="T44" fmla="*/ 127 w 128"/>
                <a:gd name="T45" fmla="*/ 95 h 180"/>
                <a:gd name="T46" fmla="*/ 128 w 128"/>
                <a:gd name="T47" fmla="*/ 76 h 180"/>
                <a:gd name="T48" fmla="*/ 123 w 128"/>
                <a:gd name="T49" fmla="*/ 55 h 180"/>
                <a:gd name="T50" fmla="*/ 113 w 128"/>
                <a:gd name="T51" fmla="*/ 39 h 180"/>
                <a:gd name="T52" fmla="*/ 97 w 128"/>
                <a:gd name="T53" fmla="*/ 25 h 180"/>
                <a:gd name="T54" fmla="*/ 79 w 128"/>
                <a:gd name="T55" fmla="*/ 15 h 180"/>
                <a:gd name="T56" fmla="*/ 57 w 128"/>
                <a:gd name="T57" fmla="*/ 7 h 180"/>
                <a:gd name="T58" fmla="*/ 36 w 128"/>
                <a:gd name="T59" fmla="*/ 2 h 180"/>
                <a:gd name="T60" fmla="*/ 19 w 128"/>
                <a:gd name="T61" fmla="*/ 0 h 180"/>
                <a:gd name="T62" fmla="*/ 6 w 128"/>
                <a:gd name="T63" fmla="*/ 0 h 180"/>
                <a:gd name="T64" fmla="*/ 0 w 128"/>
                <a:gd name="T65" fmla="*/ 4 h 180"/>
                <a:gd name="T66" fmla="*/ 14 w 128"/>
                <a:gd name="T67" fmla="*/ 9 h 180"/>
                <a:gd name="T68" fmla="*/ 29 w 128"/>
                <a:gd name="T69" fmla="*/ 14 h 180"/>
                <a:gd name="T70" fmla="*/ 46 w 128"/>
                <a:gd name="T71" fmla="*/ 19 h 180"/>
                <a:gd name="T72" fmla="*/ 61 w 128"/>
                <a:gd name="T73" fmla="*/ 23 h 180"/>
                <a:gd name="T74" fmla="*/ 76 w 128"/>
                <a:gd name="T75" fmla="*/ 29 h 180"/>
                <a:gd name="T76" fmla="*/ 89 w 128"/>
                <a:gd name="T77" fmla="*/ 37 h 180"/>
                <a:gd name="T78" fmla="*/ 100 w 128"/>
                <a:gd name="T79" fmla="*/ 46 h 180"/>
                <a:gd name="T80" fmla="*/ 108 w 128"/>
                <a:gd name="T81" fmla="*/ 59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" name="Freeform 784"/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100 w 322"/>
                <a:gd name="T1" fmla="*/ 70 h 378"/>
                <a:gd name="T2" fmla="*/ 53 w 322"/>
                <a:gd name="T3" fmla="*/ 115 h 378"/>
                <a:gd name="T4" fmla="*/ 17 w 322"/>
                <a:gd name="T5" fmla="*/ 166 h 378"/>
                <a:gd name="T6" fmla="*/ 0 w 322"/>
                <a:gd name="T7" fmla="*/ 226 h 378"/>
                <a:gd name="T8" fmla="*/ 3 w 322"/>
                <a:gd name="T9" fmla="*/ 266 h 378"/>
                <a:gd name="T10" fmla="*/ 9 w 322"/>
                <a:gd name="T11" fmla="*/ 282 h 378"/>
                <a:gd name="T12" fmla="*/ 19 w 322"/>
                <a:gd name="T13" fmla="*/ 297 h 378"/>
                <a:gd name="T14" fmla="*/ 32 w 322"/>
                <a:gd name="T15" fmla="*/ 310 h 378"/>
                <a:gd name="T16" fmla="*/ 56 w 322"/>
                <a:gd name="T17" fmla="*/ 324 h 378"/>
                <a:gd name="T18" fmla="*/ 86 w 322"/>
                <a:gd name="T19" fmla="*/ 338 h 378"/>
                <a:gd name="T20" fmla="*/ 119 w 322"/>
                <a:gd name="T21" fmla="*/ 350 h 378"/>
                <a:gd name="T22" fmla="*/ 152 w 322"/>
                <a:gd name="T23" fmla="*/ 359 h 378"/>
                <a:gd name="T24" fmla="*/ 186 w 322"/>
                <a:gd name="T25" fmla="*/ 366 h 378"/>
                <a:gd name="T26" fmla="*/ 220 w 322"/>
                <a:gd name="T27" fmla="*/ 371 h 378"/>
                <a:gd name="T28" fmla="*/ 254 w 322"/>
                <a:gd name="T29" fmla="*/ 374 h 378"/>
                <a:gd name="T30" fmla="*/ 289 w 322"/>
                <a:gd name="T31" fmla="*/ 376 h 378"/>
                <a:gd name="T32" fmla="*/ 311 w 322"/>
                <a:gd name="T33" fmla="*/ 378 h 378"/>
                <a:gd name="T34" fmla="*/ 320 w 322"/>
                <a:gd name="T35" fmla="*/ 371 h 378"/>
                <a:gd name="T36" fmla="*/ 322 w 322"/>
                <a:gd name="T37" fmla="*/ 360 h 378"/>
                <a:gd name="T38" fmla="*/ 315 w 322"/>
                <a:gd name="T39" fmla="*/ 352 h 378"/>
                <a:gd name="T40" fmla="*/ 294 w 322"/>
                <a:gd name="T41" fmla="*/ 347 h 378"/>
                <a:gd name="T42" fmla="*/ 263 w 322"/>
                <a:gd name="T43" fmla="*/ 341 h 378"/>
                <a:gd name="T44" fmla="*/ 232 w 322"/>
                <a:gd name="T45" fmla="*/ 336 h 378"/>
                <a:gd name="T46" fmla="*/ 200 w 322"/>
                <a:gd name="T47" fmla="*/ 332 h 378"/>
                <a:gd name="T48" fmla="*/ 170 w 322"/>
                <a:gd name="T49" fmla="*/ 326 h 378"/>
                <a:gd name="T50" fmla="*/ 139 w 322"/>
                <a:gd name="T51" fmla="*/ 318 h 378"/>
                <a:gd name="T52" fmla="*/ 110 w 322"/>
                <a:gd name="T53" fmla="*/ 309 h 378"/>
                <a:gd name="T54" fmla="*/ 80 w 322"/>
                <a:gd name="T55" fmla="*/ 297 h 378"/>
                <a:gd name="T56" fmla="*/ 55 w 322"/>
                <a:gd name="T57" fmla="*/ 281 h 378"/>
                <a:gd name="T58" fmla="*/ 38 w 322"/>
                <a:gd name="T59" fmla="*/ 259 h 378"/>
                <a:gd name="T60" fmla="*/ 34 w 322"/>
                <a:gd name="T61" fmla="*/ 232 h 378"/>
                <a:gd name="T62" fmla="*/ 38 w 322"/>
                <a:gd name="T63" fmla="*/ 200 h 378"/>
                <a:gd name="T64" fmla="*/ 51 w 322"/>
                <a:gd name="T65" fmla="*/ 170 h 378"/>
                <a:gd name="T66" fmla="*/ 71 w 322"/>
                <a:gd name="T67" fmla="*/ 137 h 378"/>
                <a:gd name="T68" fmla="*/ 94 w 322"/>
                <a:gd name="T69" fmla="*/ 110 h 378"/>
                <a:gd name="T70" fmla="*/ 123 w 322"/>
                <a:gd name="T71" fmla="*/ 82 h 378"/>
                <a:gd name="T72" fmla="*/ 153 w 322"/>
                <a:gd name="T73" fmla="*/ 57 h 378"/>
                <a:gd name="T74" fmla="*/ 195 w 322"/>
                <a:gd name="T75" fmla="*/ 38 h 378"/>
                <a:gd name="T76" fmla="*/ 238 w 322"/>
                <a:gd name="T77" fmla="*/ 20 h 378"/>
                <a:gd name="T78" fmla="*/ 264 w 322"/>
                <a:gd name="T79" fmla="*/ 7 h 378"/>
                <a:gd name="T80" fmla="*/ 256 w 322"/>
                <a:gd name="T81" fmla="*/ 0 h 378"/>
                <a:gd name="T82" fmla="*/ 221 w 322"/>
                <a:gd name="T83" fmla="*/ 4 h 378"/>
                <a:gd name="T84" fmla="*/ 180 w 322"/>
                <a:gd name="T85" fmla="*/ 18 h 378"/>
                <a:gd name="T86" fmla="*/ 141 w 322"/>
                <a:gd name="T87" fmla="*/ 38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" name="Freeform 785"/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235 w 283"/>
                <a:gd name="T1" fmla="*/ 77 h 252"/>
                <a:gd name="T2" fmla="*/ 248 w 283"/>
                <a:gd name="T3" fmla="*/ 91 h 252"/>
                <a:gd name="T4" fmla="*/ 256 w 283"/>
                <a:gd name="T5" fmla="*/ 107 h 252"/>
                <a:gd name="T6" fmla="*/ 259 w 283"/>
                <a:gd name="T7" fmla="*/ 124 h 252"/>
                <a:gd name="T8" fmla="*/ 259 w 283"/>
                <a:gd name="T9" fmla="*/ 142 h 252"/>
                <a:gd name="T10" fmla="*/ 257 w 283"/>
                <a:gd name="T11" fmla="*/ 157 h 252"/>
                <a:gd name="T12" fmla="*/ 252 w 283"/>
                <a:gd name="T13" fmla="*/ 170 h 252"/>
                <a:gd name="T14" fmla="*/ 244 w 283"/>
                <a:gd name="T15" fmla="*/ 183 h 252"/>
                <a:gd name="T16" fmla="*/ 236 w 283"/>
                <a:gd name="T17" fmla="*/ 193 h 252"/>
                <a:gd name="T18" fmla="*/ 225 w 283"/>
                <a:gd name="T19" fmla="*/ 204 h 252"/>
                <a:gd name="T20" fmla="*/ 215 w 283"/>
                <a:gd name="T21" fmla="*/ 214 h 252"/>
                <a:gd name="T22" fmla="*/ 204 w 283"/>
                <a:gd name="T23" fmla="*/ 224 h 252"/>
                <a:gd name="T24" fmla="*/ 194 w 283"/>
                <a:gd name="T25" fmla="*/ 234 h 252"/>
                <a:gd name="T26" fmla="*/ 191 w 283"/>
                <a:gd name="T27" fmla="*/ 238 h 252"/>
                <a:gd name="T28" fmla="*/ 191 w 283"/>
                <a:gd name="T29" fmla="*/ 241 h 252"/>
                <a:gd name="T30" fmla="*/ 191 w 283"/>
                <a:gd name="T31" fmla="*/ 245 h 252"/>
                <a:gd name="T32" fmla="*/ 194 w 283"/>
                <a:gd name="T33" fmla="*/ 248 h 252"/>
                <a:gd name="T34" fmla="*/ 197 w 283"/>
                <a:gd name="T35" fmla="*/ 250 h 252"/>
                <a:gd name="T36" fmla="*/ 202 w 283"/>
                <a:gd name="T37" fmla="*/ 252 h 252"/>
                <a:gd name="T38" fmla="*/ 205 w 283"/>
                <a:gd name="T39" fmla="*/ 250 h 252"/>
                <a:gd name="T40" fmla="*/ 209 w 283"/>
                <a:gd name="T41" fmla="*/ 248 h 252"/>
                <a:gd name="T42" fmla="*/ 232 w 283"/>
                <a:gd name="T43" fmla="*/ 233 h 252"/>
                <a:gd name="T44" fmla="*/ 252 w 283"/>
                <a:gd name="T45" fmla="*/ 214 h 252"/>
                <a:gd name="T46" fmla="*/ 268 w 283"/>
                <a:gd name="T47" fmla="*/ 192 h 252"/>
                <a:gd name="T48" fmla="*/ 278 w 283"/>
                <a:gd name="T49" fmla="*/ 167 h 252"/>
                <a:gd name="T50" fmla="*/ 283 w 283"/>
                <a:gd name="T51" fmla="*/ 141 h 252"/>
                <a:gd name="T52" fmla="*/ 280 w 283"/>
                <a:gd name="T53" fmla="*/ 115 h 252"/>
                <a:gd name="T54" fmla="*/ 271 w 283"/>
                <a:gd name="T55" fmla="*/ 91 h 252"/>
                <a:gd name="T56" fmla="*/ 252 w 283"/>
                <a:gd name="T57" fmla="*/ 69 h 252"/>
                <a:gd name="T58" fmla="*/ 238 w 283"/>
                <a:gd name="T59" fmla="*/ 57 h 252"/>
                <a:gd name="T60" fmla="*/ 222 w 283"/>
                <a:gd name="T61" fmla="*/ 48 h 252"/>
                <a:gd name="T62" fmla="*/ 204 w 283"/>
                <a:gd name="T63" fmla="*/ 39 h 252"/>
                <a:gd name="T64" fmla="*/ 184 w 283"/>
                <a:gd name="T65" fmla="*/ 31 h 252"/>
                <a:gd name="T66" fmla="*/ 164 w 283"/>
                <a:gd name="T67" fmla="*/ 23 h 252"/>
                <a:gd name="T68" fmla="*/ 144 w 283"/>
                <a:gd name="T69" fmla="*/ 17 h 252"/>
                <a:gd name="T70" fmla="*/ 123 w 283"/>
                <a:gd name="T71" fmla="*/ 13 h 252"/>
                <a:gd name="T72" fmla="*/ 103 w 283"/>
                <a:gd name="T73" fmla="*/ 8 h 252"/>
                <a:gd name="T74" fmla="*/ 83 w 283"/>
                <a:gd name="T75" fmla="*/ 5 h 252"/>
                <a:gd name="T76" fmla="*/ 66 w 283"/>
                <a:gd name="T77" fmla="*/ 2 h 252"/>
                <a:gd name="T78" fmla="*/ 48 w 283"/>
                <a:gd name="T79" fmla="*/ 0 h 252"/>
                <a:gd name="T80" fmla="*/ 34 w 283"/>
                <a:gd name="T81" fmla="*/ 0 h 252"/>
                <a:gd name="T82" fmla="*/ 21 w 283"/>
                <a:gd name="T83" fmla="*/ 0 h 252"/>
                <a:gd name="T84" fmla="*/ 11 w 283"/>
                <a:gd name="T85" fmla="*/ 0 h 252"/>
                <a:gd name="T86" fmla="*/ 4 w 283"/>
                <a:gd name="T87" fmla="*/ 2 h 252"/>
                <a:gd name="T88" fmla="*/ 0 w 283"/>
                <a:gd name="T89" fmla="*/ 5 h 252"/>
                <a:gd name="T90" fmla="*/ 12 w 283"/>
                <a:gd name="T91" fmla="*/ 7 h 252"/>
                <a:gd name="T92" fmla="*/ 24 w 283"/>
                <a:gd name="T93" fmla="*/ 8 h 252"/>
                <a:gd name="T94" fmla="*/ 38 w 283"/>
                <a:gd name="T95" fmla="*/ 10 h 252"/>
                <a:gd name="T96" fmla="*/ 52 w 283"/>
                <a:gd name="T97" fmla="*/ 13 h 252"/>
                <a:gd name="T98" fmla="*/ 66 w 283"/>
                <a:gd name="T99" fmla="*/ 16 h 252"/>
                <a:gd name="T100" fmla="*/ 82 w 283"/>
                <a:gd name="T101" fmla="*/ 18 h 252"/>
                <a:gd name="T102" fmla="*/ 98 w 283"/>
                <a:gd name="T103" fmla="*/ 22 h 252"/>
                <a:gd name="T104" fmla="*/ 114 w 283"/>
                <a:gd name="T105" fmla="*/ 25 h 252"/>
                <a:gd name="T106" fmla="*/ 129 w 283"/>
                <a:gd name="T107" fmla="*/ 30 h 252"/>
                <a:gd name="T108" fmla="*/ 146 w 283"/>
                <a:gd name="T109" fmla="*/ 34 h 252"/>
                <a:gd name="T110" fmla="*/ 162 w 283"/>
                <a:gd name="T111" fmla="*/ 39 h 252"/>
                <a:gd name="T112" fmla="*/ 177 w 283"/>
                <a:gd name="T113" fmla="*/ 45 h 252"/>
                <a:gd name="T114" fmla="*/ 193 w 283"/>
                <a:gd name="T115" fmla="*/ 52 h 252"/>
                <a:gd name="T116" fmla="*/ 208 w 283"/>
                <a:gd name="T117" fmla="*/ 60 h 252"/>
                <a:gd name="T118" fmla="*/ 222 w 283"/>
                <a:gd name="T119" fmla="*/ 68 h 252"/>
                <a:gd name="T120" fmla="*/ 235 w 283"/>
                <a:gd name="T121" fmla="*/ 77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" name="Freeform 786"/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130 h 238"/>
                <a:gd name="T2" fmla="*/ 0 w 114"/>
                <a:gd name="T3" fmla="*/ 149 h 238"/>
                <a:gd name="T4" fmla="*/ 4 w 114"/>
                <a:gd name="T5" fmla="*/ 168 h 238"/>
                <a:gd name="T6" fmla="*/ 12 w 114"/>
                <a:gd name="T7" fmla="*/ 185 h 238"/>
                <a:gd name="T8" fmla="*/ 24 w 114"/>
                <a:gd name="T9" fmla="*/ 200 h 238"/>
                <a:gd name="T10" fmla="*/ 38 w 114"/>
                <a:gd name="T11" fmla="*/ 213 h 238"/>
                <a:gd name="T12" fmla="*/ 55 w 114"/>
                <a:gd name="T13" fmla="*/ 224 h 238"/>
                <a:gd name="T14" fmla="*/ 73 w 114"/>
                <a:gd name="T15" fmla="*/ 232 h 238"/>
                <a:gd name="T16" fmla="*/ 92 w 114"/>
                <a:gd name="T17" fmla="*/ 237 h 238"/>
                <a:gd name="T18" fmla="*/ 98 w 114"/>
                <a:gd name="T19" fmla="*/ 238 h 238"/>
                <a:gd name="T20" fmla="*/ 104 w 114"/>
                <a:gd name="T21" fmla="*/ 235 h 238"/>
                <a:gd name="T22" fmla="*/ 109 w 114"/>
                <a:gd name="T23" fmla="*/ 232 h 238"/>
                <a:gd name="T24" fmla="*/ 111 w 114"/>
                <a:gd name="T25" fmla="*/ 227 h 238"/>
                <a:gd name="T26" fmla="*/ 111 w 114"/>
                <a:gd name="T27" fmla="*/ 222 h 238"/>
                <a:gd name="T28" fmla="*/ 110 w 114"/>
                <a:gd name="T29" fmla="*/ 216 h 238"/>
                <a:gd name="T30" fmla="*/ 106 w 114"/>
                <a:gd name="T31" fmla="*/ 211 h 238"/>
                <a:gd name="T32" fmla="*/ 100 w 114"/>
                <a:gd name="T33" fmla="*/ 209 h 238"/>
                <a:gd name="T34" fmla="*/ 82 w 114"/>
                <a:gd name="T35" fmla="*/ 202 h 238"/>
                <a:gd name="T36" fmla="*/ 64 w 114"/>
                <a:gd name="T37" fmla="*/ 193 h 238"/>
                <a:gd name="T38" fmla="*/ 50 w 114"/>
                <a:gd name="T39" fmla="*/ 180 h 238"/>
                <a:gd name="T40" fmla="*/ 39 w 114"/>
                <a:gd name="T41" fmla="*/ 167 h 238"/>
                <a:gd name="T42" fmla="*/ 32 w 114"/>
                <a:gd name="T43" fmla="*/ 149 h 238"/>
                <a:gd name="T44" fmla="*/ 29 w 114"/>
                <a:gd name="T45" fmla="*/ 131 h 238"/>
                <a:gd name="T46" fmla="*/ 29 w 114"/>
                <a:gd name="T47" fmla="*/ 111 h 238"/>
                <a:gd name="T48" fmla="*/ 35 w 114"/>
                <a:gd name="T49" fmla="*/ 91 h 238"/>
                <a:gd name="T50" fmla="*/ 42 w 114"/>
                <a:gd name="T51" fmla="*/ 76 h 238"/>
                <a:gd name="T52" fmla="*/ 51 w 114"/>
                <a:gd name="T53" fmla="*/ 62 h 238"/>
                <a:gd name="T54" fmla="*/ 62 w 114"/>
                <a:gd name="T55" fmla="*/ 49 h 238"/>
                <a:gd name="T56" fmla="*/ 73 w 114"/>
                <a:gd name="T57" fmla="*/ 38 h 238"/>
                <a:gd name="T58" fmla="*/ 84 w 114"/>
                <a:gd name="T59" fmla="*/ 28 h 238"/>
                <a:gd name="T60" fmla="*/ 96 w 114"/>
                <a:gd name="T61" fmla="*/ 18 h 238"/>
                <a:gd name="T62" fmla="*/ 106 w 114"/>
                <a:gd name="T63" fmla="*/ 9 h 238"/>
                <a:gd name="T64" fmla="*/ 114 w 114"/>
                <a:gd name="T65" fmla="*/ 1 h 238"/>
                <a:gd name="T66" fmla="*/ 106 w 114"/>
                <a:gd name="T67" fmla="*/ 0 h 238"/>
                <a:gd name="T68" fmla="*/ 93 w 114"/>
                <a:gd name="T69" fmla="*/ 6 h 238"/>
                <a:gd name="T70" fmla="*/ 76 w 114"/>
                <a:gd name="T71" fmla="*/ 18 h 238"/>
                <a:gd name="T72" fmla="*/ 56 w 114"/>
                <a:gd name="T73" fmla="*/ 36 h 238"/>
                <a:gd name="T74" fmla="*/ 37 w 114"/>
                <a:gd name="T75" fmla="*/ 57 h 238"/>
                <a:gd name="T76" fmla="*/ 20 w 114"/>
                <a:gd name="T77" fmla="*/ 80 h 238"/>
                <a:gd name="T78" fmla="*/ 7 w 114"/>
                <a:gd name="T79" fmla="*/ 106 h 238"/>
                <a:gd name="T80" fmla="*/ 0 w 114"/>
                <a:gd name="T81" fmla="*/ 13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" name="Freeform 787"/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207 w 246"/>
                <a:gd name="T1" fmla="*/ 124 h 310"/>
                <a:gd name="T2" fmla="*/ 219 w 246"/>
                <a:gd name="T3" fmla="*/ 143 h 310"/>
                <a:gd name="T4" fmla="*/ 225 w 246"/>
                <a:gd name="T5" fmla="*/ 164 h 310"/>
                <a:gd name="T6" fmla="*/ 221 w 246"/>
                <a:gd name="T7" fmla="*/ 187 h 310"/>
                <a:gd name="T8" fmla="*/ 208 w 246"/>
                <a:gd name="T9" fmla="*/ 209 h 310"/>
                <a:gd name="T10" fmla="*/ 188 w 246"/>
                <a:gd name="T11" fmla="*/ 228 h 310"/>
                <a:gd name="T12" fmla="*/ 166 w 246"/>
                <a:gd name="T13" fmla="*/ 246 h 310"/>
                <a:gd name="T14" fmla="*/ 143 w 246"/>
                <a:gd name="T15" fmla="*/ 264 h 310"/>
                <a:gd name="T16" fmla="*/ 129 w 246"/>
                <a:gd name="T17" fmla="*/ 278 h 310"/>
                <a:gd name="T18" fmla="*/ 124 w 246"/>
                <a:gd name="T19" fmla="*/ 287 h 310"/>
                <a:gd name="T20" fmla="*/ 120 w 246"/>
                <a:gd name="T21" fmla="*/ 296 h 310"/>
                <a:gd name="T22" fmla="*/ 121 w 246"/>
                <a:gd name="T23" fmla="*/ 305 h 310"/>
                <a:gd name="T24" fmla="*/ 130 w 246"/>
                <a:gd name="T25" fmla="*/ 310 h 310"/>
                <a:gd name="T26" fmla="*/ 139 w 246"/>
                <a:gd name="T27" fmla="*/ 309 h 310"/>
                <a:gd name="T28" fmla="*/ 154 w 246"/>
                <a:gd name="T29" fmla="*/ 293 h 310"/>
                <a:gd name="T30" fmla="*/ 180 w 246"/>
                <a:gd name="T31" fmla="*/ 269 h 310"/>
                <a:gd name="T32" fmla="*/ 207 w 246"/>
                <a:gd name="T33" fmla="*/ 246 h 310"/>
                <a:gd name="T34" fmla="*/ 231 w 246"/>
                <a:gd name="T35" fmla="*/ 219 h 310"/>
                <a:gd name="T36" fmla="*/ 245 w 246"/>
                <a:gd name="T37" fmla="*/ 187 h 310"/>
                <a:gd name="T38" fmla="*/ 242 w 246"/>
                <a:gd name="T39" fmla="*/ 153 h 310"/>
                <a:gd name="T40" fmla="*/ 227 w 246"/>
                <a:gd name="T41" fmla="*/ 120 h 310"/>
                <a:gd name="T42" fmla="*/ 201 w 246"/>
                <a:gd name="T43" fmla="*/ 94 h 310"/>
                <a:gd name="T44" fmla="*/ 177 w 246"/>
                <a:gd name="T45" fmla="*/ 74 h 310"/>
                <a:gd name="T46" fmla="*/ 152 w 246"/>
                <a:gd name="T47" fmla="*/ 60 h 310"/>
                <a:gd name="T48" fmla="*/ 126 w 246"/>
                <a:gd name="T49" fmla="*/ 43 h 310"/>
                <a:gd name="T50" fmla="*/ 98 w 246"/>
                <a:gd name="T51" fmla="*/ 28 h 310"/>
                <a:gd name="T52" fmla="*/ 72 w 246"/>
                <a:gd name="T53" fmla="*/ 16 h 310"/>
                <a:gd name="T54" fmla="*/ 46 w 246"/>
                <a:gd name="T55" fmla="*/ 7 h 310"/>
                <a:gd name="T56" fmla="*/ 24 w 246"/>
                <a:gd name="T57" fmla="*/ 1 h 310"/>
                <a:gd name="T58" fmla="*/ 7 w 246"/>
                <a:gd name="T59" fmla="*/ 1 h 310"/>
                <a:gd name="T60" fmla="*/ 8 w 246"/>
                <a:gd name="T61" fmla="*/ 6 h 310"/>
                <a:gd name="T62" fmla="*/ 28 w 246"/>
                <a:gd name="T63" fmla="*/ 14 h 310"/>
                <a:gd name="T64" fmla="*/ 51 w 246"/>
                <a:gd name="T65" fmla="*/ 24 h 310"/>
                <a:gd name="T66" fmla="*/ 78 w 246"/>
                <a:gd name="T67" fmla="*/ 37 h 310"/>
                <a:gd name="T68" fmla="*/ 106 w 246"/>
                <a:gd name="T69" fmla="*/ 51 h 310"/>
                <a:gd name="T70" fmla="*/ 134 w 246"/>
                <a:gd name="T71" fmla="*/ 69 h 310"/>
                <a:gd name="T72" fmla="*/ 163 w 246"/>
                <a:gd name="T73" fmla="*/ 87 h 310"/>
                <a:gd name="T74" fmla="*/ 187 w 246"/>
                <a:gd name="T75" fmla="*/ 105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" name="Freeform 788"/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31 w 83"/>
                <a:gd name="T1" fmla="*/ 14 h 187"/>
                <a:gd name="T2" fmla="*/ 29 w 83"/>
                <a:gd name="T3" fmla="*/ 8 h 187"/>
                <a:gd name="T4" fmla="*/ 25 w 83"/>
                <a:gd name="T5" fmla="*/ 3 h 187"/>
                <a:gd name="T6" fmla="*/ 19 w 83"/>
                <a:gd name="T7" fmla="*/ 1 h 187"/>
                <a:gd name="T8" fmla="*/ 14 w 83"/>
                <a:gd name="T9" fmla="*/ 0 h 187"/>
                <a:gd name="T10" fmla="*/ 8 w 83"/>
                <a:gd name="T11" fmla="*/ 2 h 187"/>
                <a:gd name="T12" fmla="*/ 3 w 83"/>
                <a:gd name="T13" fmla="*/ 5 h 187"/>
                <a:gd name="T14" fmla="*/ 0 w 83"/>
                <a:gd name="T15" fmla="*/ 11 h 187"/>
                <a:gd name="T16" fmla="*/ 0 w 83"/>
                <a:gd name="T17" fmla="*/ 17 h 187"/>
                <a:gd name="T18" fmla="*/ 5 w 83"/>
                <a:gd name="T19" fmla="*/ 42 h 187"/>
                <a:gd name="T20" fmla="*/ 15 w 83"/>
                <a:gd name="T21" fmla="*/ 71 h 187"/>
                <a:gd name="T22" fmla="*/ 27 w 83"/>
                <a:gd name="T23" fmla="*/ 100 h 187"/>
                <a:gd name="T24" fmla="*/ 41 w 83"/>
                <a:gd name="T25" fmla="*/ 127 h 187"/>
                <a:gd name="T26" fmla="*/ 55 w 83"/>
                <a:gd name="T27" fmla="*/ 151 h 187"/>
                <a:gd name="T28" fmla="*/ 68 w 83"/>
                <a:gd name="T29" fmla="*/ 171 h 187"/>
                <a:gd name="T30" fmla="*/ 77 w 83"/>
                <a:gd name="T31" fmla="*/ 184 h 187"/>
                <a:gd name="T32" fmla="*/ 83 w 83"/>
                <a:gd name="T33" fmla="*/ 187 h 187"/>
                <a:gd name="T34" fmla="*/ 80 w 83"/>
                <a:gd name="T35" fmla="*/ 174 h 187"/>
                <a:gd name="T36" fmla="*/ 75 w 83"/>
                <a:gd name="T37" fmla="*/ 158 h 187"/>
                <a:gd name="T38" fmla="*/ 68 w 83"/>
                <a:gd name="T39" fmla="*/ 138 h 187"/>
                <a:gd name="T40" fmla="*/ 59 w 83"/>
                <a:gd name="T41" fmla="*/ 113 h 187"/>
                <a:gd name="T42" fmla="*/ 51 w 83"/>
                <a:gd name="T43" fmla="*/ 88 h 187"/>
                <a:gd name="T44" fmla="*/ 43 w 83"/>
                <a:gd name="T45" fmla="*/ 63 h 187"/>
                <a:gd name="T46" fmla="*/ 36 w 83"/>
                <a:gd name="T47" fmla="*/ 38 h 187"/>
                <a:gd name="T48" fmla="*/ 31 w 83"/>
                <a:gd name="T49" fmla="*/ 14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" name="Freeform 789"/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22 w 44"/>
                <a:gd name="T1" fmla="*/ 10 h 94"/>
                <a:gd name="T2" fmla="*/ 21 w 44"/>
                <a:gd name="T3" fmla="*/ 6 h 94"/>
                <a:gd name="T4" fmla="*/ 18 w 44"/>
                <a:gd name="T5" fmla="*/ 2 h 94"/>
                <a:gd name="T6" fmla="*/ 14 w 44"/>
                <a:gd name="T7" fmla="*/ 0 h 94"/>
                <a:gd name="T8" fmla="*/ 10 w 44"/>
                <a:gd name="T9" fmla="*/ 0 h 94"/>
                <a:gd name="T10" fmla="*/ 6 w 44"/>
                <a:gd name="T11" fmla="*/ 1 h 94"/>
                <a:gd name="T12" fmla="*/ 3 w 44"/>
                <a:gd name="T13" fmla="*/ 3 h 94"/>
                <a:gd name="T14" fmla="*/ 0 w 44"/>
                <a:gd name="T15" fmla="*/ 7 h 94"/>
                <a:gd name="T16" fmla="*/ 0 w 44"/>
                <a:gd name="T17" fmla="*/ 11 h 94"/>
                <a:gd name="T18" fmla="*/ 0 w 44"/>
                <a:gd name="T19" fmla="*/ 24 h 94"/>
                <a:gd name="T20" fmla="*/ 4 w 44"/>
                <a:gd name="T21" fmla="*/ 38 h 94"/>
                <a:gd name="T22" fmla="*/ 8 w 44"/>
                <a:gd name="T23" fmla="*/ 52 h 94"/>
                <a:gd name="T24" fmla="*/ 14 w 44"/>
                <a:gd name="T25" fmla="*/ 65 h 94"/>
                <a:gd name="T26" fmla="*/ 21 w 44"/>
                <a:gd name="T27" fmla="*/ 78 h 94"/>
                <a:gd name="T28" fmla="*/ 28 w 44"/>
                <a:gd name="T29" fmla="*/ 87 h 94"/>
                <a:gd name="T30" fmla="*/ 37 w 44"/>
                <a:gd name="T31" fmla="*/ 93 h 94"/>
                <a:gd name="T32" fmla="*/ 42 w 44"/>
                <a:gd name="T33" fmla="*/ 94 h 94"/>
                <a:gd name="T34" fmla="*/ 44 w 44"/>
                <a:gd name="T35" fmla="*/ 76 h 94"/>
                <a:gd name="T36" fmla="*/ 38 w 44"/>
                <a:gd name="T37" fmla="*/ 54 h 94"/>
                <a:gd name="T38" fmla="*/ 31 w 44"/>
                <a:gd name="T39" fmla="*/ 32 h 94"/>
                <a:gd name="T40" fmla="*/ 22 w 44"/>
                <a:gd name="T41" fmla="*/ 1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" name="Freeform 790"/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20 w 38"/>
                <a:gd name="T1" fmla="*/ 7 h 54"/>
                <a:gd name="T2" fmla="*/ 20 w 38"/>
                <a:gd name="T3" fmla="*/ 8 h 54"/>
                <a:gd name="T4" fmla="*/ 20 w 38"/>
                <a:gd name="T5" fmla="*/ 8 h 54"/>
                <a:gd name="T6" fmla="*/ 20 w 38"/>
                <a:gd name="T7" fmla="*/ 8 h 54"/>
                <a:gd name="T8" fmla="*/ 20 w 38"/>
                <a:gd name="T9" fmla="*/ 8 h 54"/>
                <a:gd name="T10" fmla="*/ 19 w 38"/>
                <a:gd name="T11" fmla="*/ 4 h 54"/>
                <a:gd name="T12" fmla="*/ 15 w 38"/>
                <a:gd name="T13" fmla="*/ 1 h 54"/>
                <a:gd name="T14" fmla="*/ 12 w 38"/>
                <a:gd name="T15" fmla="*/ 0 h 54"/>
                <a:gd name="T16" fmla="*/ 7 w 38"/>
                <a:gd name="T17" fmla="*/ 0 h 54"/>
                <a:gd name="T18" fmla="*/ 4 w 38"/>
                <a:gd name="T19" fmla="*/ 1 h 54"/>
                <a:gd name="T20" fmla="*/ 1 w 38"/>
                <a:gd name="T21" fmla="*/ 4 h 54"/>
                <a:gd name="T22" fmla="*/ 0 w 38"/>
                <a:gd name="T23" fmla="*/ 8 h 54"/>
                <a:gd name="T24" fmla="*/ 0 w 38"/>
                <a:gd name="T25" fmla="*/ 11 h 54"/>
                <a:gd name="T26" fmla="*/ 1 w 38"/>
                <a:gd name="T27" fmla="*/ 17 h 54"/>
                <a:gd name="T28" fmla="*/ 4 w 38"/>
                <a:gd name="T29" fmla="*/ 24 h 54"/>
                <a:gd name="T30" fmla="*/ 8 w 38"/>
                <a:gd name="T31" fmla="*/ 32 h 54"/>
                <a:gd name="T32" fmla="*/ 14 w 38"/>
                <a:gd name="T33" fmla="*/ 39 h 54"/>
                <a:gd name="T34" fmla="*/ 20 w 38"/>
                <a:gd name="T35" fmla="*/ 46 h 54"/>
                <a:gd name="T36" fmla="*/ 27 w 38"/>
                <a:gd name="T37" fmla="*/ 50 h 54"/>
                <a:gd name="T38" fmla="*/ 33 w 38"/>
                <a:gd name="T39" fmla="*/ 54 h 54"/>
                <a:gd name="T40" fmla="*/ 38 w 38"/>
                <a:gd name="T41" fmla="*/ 54 h 54"/>
                <a:gd name="T42" fmla="*/ 36 w 38"/>
                <a:gd name="T43" fmla="*/ 42 h 54"/>
                <a:gd name="T44" fmla="*/ 32 w 38"/>
                <a:gd name="T45" fmla="*/ 29 h 54"/>
                <a:gd name="T46" fmla="*/ 25 w 38"/>
                <a:gd name="T47" fmla="*/ 16 h 54"/>
                <a:gd name="T48" fmla="*/ 20 w 38"/>
                <a:gd name="T49" fmla="*/ 7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" name="Freeform 791"/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41 w 52"/>
                <a:gd name="T1" fmla="*/ 27 h 36"/>
                <a:gd name="T2" fmla="*/ 46 w 52"/>
                <a:gd name="T3" fmla="*/ 24 h 36"/>
                <a:gd name="T4" fmla="*/ 51 w 52"/>
                <a:gd name="T5" fmla="*/ 21 h 36"/>
                <a:gd name="T6" fmla="*/ 52 w 52"/>
                <a:gd name="T7" fmla="*/ 16 h 36"/>
                <a:gd name="T8" fmla="*/ 52 w 52"/>
                <a:gd name="T9" fmla="*/ 12 h 36"/>
                <a:gd name="T10" fmla="*/ 50 w 52"/>
                <a:gd name="T11" fmla="*/ 6 h 36"/>
                <a:gd name="T12" fmla="*/ 46 w 52"/>
                <a:gd name="T13" fmla="*/ 2 h 36"/>
                <a:gd name="T14" fmla="*/ 41 w 52"/>
                <a:gd name="T15" fmla="*/ 0 h 36"/>
                <a:gd name="T16" fmla="*/ 36 w 52"/>
                <a:gd name="T17" fmla="*/ 0 h 36"/>
                <a:gd name="T18" fmla="*/ 33 w 52"/>
                <a:gd name="T19" fmla="*/ 0 h 36"/>
                <a:gd name="T20" fmla="*/ 29 w 52"/>
                <a:gd name="T21" fmla="*/ 1 h 36"/>
                <a:gd name="T22" fmla="*/ 21 w 52"/>
                <a:gd name="T23" fmla="*/ 4 h 36"/>
                <a:gd name="T24" fmla="*/ 13 w 52"/>
                <a:gd name="T25" fmla="*/ 8 h 36"/>
                <a:gd name="T26" fmla="*/ 6 w 52"/>
                <a:gd name="T27" fmla="*/ 15 h 36"/>
                <a:gd name="T28" fmla="*/ 3 w 52"/>
                <a:gd name="T29" fmla="*/ 22 h 36"/>
                <a:gd name="T30" fmla="*/ 0 w 52"/>
                <a:gd name="T31" fmla="*/ 29 h 36"/>
                <a:gd name="T32" fmla="*/ 0 w 52"/>
                <a:gd name="T33" fmla="*/ 31 h 36"/>
                <a:gd name="T34" fmla="*/ 4 w 52"/>
                <a:gd name="T35" fmla="*/ 33 h 36"/>
                <a:gd name="T36" fmla="*/ 9 w 52"/>
                <a:gd name="T37" fmla="*/ 36 h 36"/>
                <a:gd name="T38" fmla="*/ 13 w 52"/>
                <a:gd name="T39" fmla="*/ 36 h 36"/>
                <a:gd name="T40" fmla="*/ 18 w 52"/>
                <a:gd name="T41" fmla="*/ 36 h 36"/>
                <a:gd name="T42" fmla="*/ 24 w 52"/>
                <a:gd name="T43" fmla="*/ 33 h 36"/>
                <a:gd name="T44" fmla="*/ 30 w 52"/>
                <a:gd name="T45" fmla="*/ 32 h 36"/>
                <a:gd name="T46" fmla="*/ 36 w 52"/>
                <a:gd name="T47" fmla="*/ 30 h 36"/>
                <a:gd name="T48" fmla="*/ 41 w 52"/>
                <a:gd name="T49" fmla="*/ 27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" name="Freeform 792"/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73 w 198"/>
                <a:gd name="T1" fmla="*/ 36 h 236"/>
                <a:gd name="T2" fmla="*/ 58 w 198"/>
                <a:gd name="T3" fmla="*/ 46 h 236"/>
                <a:gd name="T4" fmla="*/ 46 w 198"/>
                <a:gd name="T5" fmla="*/ 58 h 236"/>
                <a:gd name="T6" fmla="*/ 33 w 198"/>
                <a:gd name="T7" fmla="*/ 72 h 236"/>
                <a:gd name="T8" fmla="*/ 22 w 198"/>
                <a:gd name="T9" fmla="*/ 85 h 236"/>
                <a:gd name="T10" fmla="*/ 14 w 198"/>
                <a:gd name="T11" fmla="*/ 100 h 236"/>
                <a:gd name="T12" fmla="*/ 7 w 198"/>
                <a:gd name="T13" fmla="*/ 115 h 236"/>
                <a:gd name="T14" fmla="*/ 2 w 198"/>
                <a:gd name="T15" fmla="*/ 130 h 236"/>
                <a:gd name="T16" fmla="*/ 0 w 198"/>
                <a:gd name="T17" fmla="*/ 146 h 236"/>
                <a:gd name="T18" fmla="*/ 2 w 198"/>
                <a:gd name="T19" fmla="*/ 170 h 236"/>
                <a:gd name="T20" fmla="*/ 12 w 198"/>
                <a:gd name="T21" fmla="*/ 190 h 236"/>
                <a:gd name="T22" fmla="*/ 26 w 198"/>
                <a:gd name="T23" fmla="*/ 207 h 236"/>
                <a:gd name="T24" fmla="*/ 43 w 198"/>
                <a:gd name="T25" fmla="*/ 220 h 236"/>
                <a:gd name="T26" fmla="*/ 64 w 198"/>
                <a:gd name="T27" fmla="*/ 229 h 236"/>
                <a:gd name="T28" fmla="*/ 88 w 198"/>
                <a:gd name="T29" fmla="*/ 235 h 236"/>
                <a:gd name="T30" fmla="*/ 110 w 198"/>
                <a:gd name="T31" fmla="*/ 236 h 236"/>
                <a:gd name="T32" fmla="*/ 132 w 198"/>
                <a:gd name="T33" fmla="*/ 232 h 236"/>
                <a:gd name="T34" fmla="*/ 137 w 198"/>
                <a:gd name="T35" fmla="*/ 232 h 236"/>
                <a:gd name="T36" fmla="*/ 142 w 198"/>
                <a:gd name="T37" fmla="*/ 230 h 236"/>
                <a:gd name="T38" fmla="*/ 145 w 198"/>
                <a:gd name="T39" fmla="*/ 226 h 236"/>
                <a:gd name="T40" fmla="*/ 146 w 198"/>
                <a:gd name="T41" fmla="*/ 221 h 236"/>
                <a:gd name="T42" fmla="*/ 145 w 198"/>
                <a:gd name="T43" fmla="*/ 219 h 236"/>
                <a:gd name="T44" fmla="*/ 142 w 198"/>
                <a:gd name="T45" fmla="*/ 219 h 236"/>
                <a:gd name="T46" fmla="*/ 137 w 198"/>
                <a:gd name="T47" fmla="*/ 217 h 236"/>
                <a:gd name="T48" fmla="*/ 131 w 198"/>
                <a:gd name="T49" fmla="*/ 217 h 236"/>
                <a:gd name="T50" fmla="*/ 124 w 198"/>
                <a:gd name="T51" fmla="*/ 217 h 236"/>
                <a:gd name="T52" fmla="*/ 118 w 198"/>
                <a:gd name="T53" fmla="*/ 217 h 236"/>
                <a:gd name="T54" fmla="*/ 112 w 198"/>
                <a:gd name="T55" fmla="*/ 217 h 236"/>
                <a:gd name="T56" fmla="*/ 109 w 198"/>
                <a:gd name="T57" fmla="*/ 217 h 236"/>
                <a:gd name="T58" fmla="*/ 97 w 198"/>
                <a:gd name="T59" fmla="*/ 216 h 236"/>
                <a:gd name="T60" fmla="*/ 87 w 198"/>
                <a:gd name="T61" fmla="*/ 215 h 236"/>
                <a:gd name="T62" fmla="*/ 75 w 198"/>
                <a:gd name="T63" fmla="*/ 214 h 236"/>
                <a:gd name="T64" fmla="*/ 63 w 198"/>
                <a:gd name="T65" fmla="*/ 211 h 236"/>
                <a:gd name="T66" fmla="*/ 51 w 198"/>
                <a:gd name="T67" fmla="*/ 207 h 236"/>
                <a:gd name="T68" fmla="*/ 40 w 198"/>
                <a:gd name="T69" fmla="*/ 199 h 236"/>
                <a:gd name="T70" fmla="*/ 29 w 198"/>
                <a:gd name="T71" fmla="*/ 189 h 236"/>
                <a:gd name="T72" fmla="*/ 17 w 198"/>
                <a:gd name="T73" fmla="*/ 174 h 236"/>
                <a:gd name="T74" fmla="*/ 15 w 198"/>
                <a:gd name="T75" fmla="*/ 157 h 236"/>
                <a:gd name="T76" fmla="*/ 16 w 198"/>
                <a:gd name="T77" fmla="*/ 141 h 236"/>
                <a:gd name="T78" fmla="*/ 21 w 198"/>
                <a:gd name="T79" fmla="*/ 124 h 236"/>
                <a:gd name="T80" fmla="*/ 28 w 198"/>
                <a:gd name="T81" fmla="*/ 109 h 236"/>
                <a:gd name="T82" fmla="*/ 39 w 198"/>
                <a:gd name="T83" fmla="*/ 96 h 236"/>
                <a:gd name="T84" fmla="*/ 50 w 198"/>
                <a:gd name="T85" fmla="*/ 82 h 236"/>
                <a:gd name="T86" fmla="*/ 63 w 198"/>
                <a:gd name="T87" fmla="*/ 70 h 236"/>
                <a:gd name="T88" fmla="*/ 78 w 198"/>
                <a:gd name="T89" fmla="*/ 59 h 236"/>
                <a:gd name="T90" fmla="*/ 94 w 198"/>
                <a:gd name="T91" fmla="*/ 49 h 236"/>
                <a:gd name="T92" fmla="*/ 110 w 198"/>
                <a:gd name="T93" fmla="*/ 39 h 236"/>
                <a:gd name="T94" fmla="*/ 126 w 198"/>
                <a:gd name="T95" fmla="*/ 31 h 236"/>
                <a:gd name="T96" fmla="*/ 142 w 198"/>
                <a:gd name="T97" fmla="*/ 24 h 236"/>
                <a:gd name="T98" fmla="*/ 158 w 198"/>
                <a:gd name="T99" fmla="*/ 19 h 236"/>
                <a:gd name="T100" fmla="*/ 172 w 198"/>
                <a:gd name="T101" fmla="*/ 13 h 236"/>
                <a:gd name="T102" fmla="*/ 186 w 198"/>
                <a:gd name="T103" fmla="*/ 10 h 236"/>
                <a:gd name="T104" fmla="*/ 198 w 198"/>
                <a:gd name="T105" fmla="*/ 7 h 236"/>
                <a:gd name="T106" fmla="*/ 190 w 198"/>
                <a:gd name="T107" fmla="*/ 3 h 236"/>
                <a:gd name="T108" fmla="*/ 177 w 198"/>
                <a:gd name="T109" fmla="*/ 0 h 236"/>
                <a:gd name="T110" fmla="*/ 162 w 198"/>
                <a:gd name="T111" fmla="*/ 3 h 236"/>
                <a:gd name="T112" fmla="*/ 144 w 198"/>
                <a:gd name="T113" fmla="*/ 6 h 236"/>
                <a:gd name="T114" fmla="*/ 124 w 198"/>
                <a:gd name="T115" fmla="*/ 12 h 236"/>
                <a:gd name="T116" fmla="*/ 105 w 198"/>
                <a:gd name="T117" fmla="*/ 19 h 236"/>
                <a:gd name="T118" fmla="*/ 88 w 198"/>
                <a:gd name="T119" fmla="*/ 28 h 236"/>
                <a:gd name="T120" fmla="*/ 73 w 198"/>
                <a:gd name="T121" fmla="*/ 36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4" name="Freeform 793"/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108 w 128"/>
                <a:gd name="T1" fmla="*/ 61 h 183"/>
                <a:gd name="T2" fmla="*/ 111 w 128"/>
                <a:gd name="T3" fmla="*/ 80 h 183"/>
                <a:gd name="T4" fmla="*/ 109 w 128"/>
                <a:gd name="T5" fmla="*/ 97 h 183"/>
                <a:gd name="T6" fmla="*/ 101 w 128"/>
                <a:gd name="T7" fmla="*/ 110 h 183"/>
                <a:gd name="T8" fmla="*/ 89 w 128"/>
                <a:gd name="T9" fmla="*/ 123 h 183"/>
                <a:gd name="T10" fmla="*/ 75 w 128"/>
                <a:gd name="T11" fmla="*/ 134 h 183"/>
                <a:gd name="T12" fmla="*/ 60 w 128"/>
                <a:gd name="T13" fmla="*/ 145 h 183"/>
                <a:gd name="T14" fmla="*/ 43 w 128"/>
                <a:gd name="T15" fmla="*/ 156 h 183"/>
                <a:gd name="T16" fmla="*/ 29 w 128"/>
                <a:gd name="T17" fmla="*/ 167 h 183"/>
                <a:gd name="T18" fmla="*/ 27 w 128"/>
                <a:gd name="T19" fmla="*/ 170 h 183"/>
                <a:gd name="T20" fmla="*/ 26 w 128"/>
                <a:gd name="T21" fmla="*/ 172 h 183"/>
                <a:gd name="T22" fmla="*/ 26 w 128"/>
                <a:gd name="T23" fmla="*/ 176 h 183"/>
                <a:gd name="T24" fmla="*/ 28 w 128"/>
                <a:gd name="T25" fmla="*/ 179 h 183"/>
                <a:gd name="T26" fmla="*/ 30 w 128"/>
                <a:gd name="T27" fmla="*/ 182 h 183"/>
                <a:gd name="T28" fmla="*/ 34 w 128"/>
                <a:gd name="T29" fmla="*/ 183 h 183"/>
                <a:gd name="T30" fmla="*/ 37 w 128"/>
                <a:gd name="T31" fmla="*/ 183 h 183"/>
                <a:gd name="T32" fmla="*/ 41 w 128"/>
                <a:gd name="T33" fmla="*/ 182 h 183"/>
                <a:gd name="T34" fmla="*/ 58 w 128"/>
                <a:gd name="T35" fmla="*/ 171 h 183"/>
                <a:gd name="T36" fmla="*/ 76 w 128"/>
                <a:gd name="T37" fmla="*/ 160 h 183"/>
                <a:gd name="T38" fmla="*/ 92 w 128"/>
                <a:gd name="T39" fmla="*/ 147 h 183"/>
                <a:gd name="T40" fmla="*/ 108 w 128"/>
                <a:gd name="T41" fmla="*/ 132 h 183"/>
                <a:gd name="T42" fmla="*/ 118 w 128"/>
                <a:gd name="T43" fmla="*/ 116 h 183"/>
                <a:gd name="T44" fmla="*/ 125 w 128"/>
                <a:gd name="T45" fmla="*/ 98 h 183"/>
                <a:gd name="T46" fmla="*/ 128 w 128"/>
                <a:gd name="T47" fmla="*/ 78 h 183"/>
                <a:gd name="T48" fmla="*/ 123 w 128"/>
                <a:gd name="T49" fmla="*/ 58 h 183"/>
                <a:gd name="T50" fmla="*/ 112 w 128"/>
                <a:gd name="T51" fmla="*/ 41 h 183"/>
                <a:gd name="T52" fmla="*/ 98 w 128"/>
                <a:gd name="T53" fmla="*/ 28 h 183"/>
                <a:gd name="T54" fmla="*/ 80 w 128"/>
                <a:gd name="T55" fmla="*/ 16 h 183"/>
                <a:gd name="T56" fmla="*/ 61 w 128"/>
                <a:gd name="T57" fmla="*/ 8 h 183"/>
                <a:gd name="T58" fmla="*/ 41 w 128"/>
                <a:gd name="T59" fmla="*/ 2 h 183"/>
                <a:gd name="T60" fmla="*/ 23 w 128"/>
                <a:gd name="T61" fmla="*/ 0 h 183"/>
                <a:gd name="T62" fmla="*/ 9 w 128"/>
                <a:gd name="T63" fmla="*/ 1 h 183"/>
                <a:gd name="T64" fmla="*/ 0 w 128"/>
                <a:gd name="T65" fmla="*/ 6 h 183"/>
                <a:gd name="T66" fmla="*/ 16 w 128"/>
                <a:gd name="T67" fmla="*/ 10 h 183"/>
                <a:gd name="T68" fmla="*/ 33 w 128"/>
                <a:gd name="T69" fmla="*/ 14 h 183"/>
                <a:gd name="T70" fmla="*/ 48 w 128"/>
                <a:gd name="T71" fmla="*/ 17 h 183"/>
                <a:gd name="T72" fmla="*/ 63 w 128"/>
                <a:gd name="T73" fmla="*/ 22 h 183"/>
                <a:gd name="T74" fmla="*/ 77 w 128"/>
                <a:gd name="T75" fmla="*/ 28 h 183"/>
                <a:gd name="T76" fmla="*/ 90 w 128"/>
                <a:gd name="T77" fmla="*/ 36 h 183"/>
                <a:gd name="T78" fmla="*/ 101 w 128"/>
                <a:gd name="T79" fmla="*/ 46 h 183"/>
                <a:gd name="T80" fmla="*/ 108 w 128"/>
                <a:gd name="T81" fmla="*/ 61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5" name="Freeform 794"/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101 w 323"/>
                <a:gd name="T1" fmla="*/ 70 h 379"/>
                <a:gd name="T2" fmla="*/ 54 w 323"/>
                <a:gd name="T3" fmla="*/ 115 h 379"/>
                <a:gd name="T4" fmla="*/ 18 w 323"/>
                <a:gd name="T5" fmla="*/ 167 h 379"/>
                <a:gd name="T6" fmla="*/ 0 w 323"/>
                <a:gd name="T7" fmla="*/ 227 h 379"/>
                <a:gd name="T8" fmla="*/ 4 w 323"/>
                <a:gd name="T9" fmla="*/ 267 h 379"/>
                <a:gd name="T10" fmla="*/ 11 w 323"/>
                <a:gd name="T11" fmla="*/ 283 h 379"/>
                <a:gd name="T12" fmla="*/ 21 w 323"/>
                <a:gd name="T13" fmla="*/ 298 h 379"/>
                <a:gd name="T14" fmla="*/ 34 w 323"/>
                <a:gd name="T15" fmla="*/ 311 h 379"/>
                <a:gd name="T16" fmla="*/ 57 w 323"/>
                <a:gd name="T17" fmla="*/ 325 h 379"/>
                <a:gd name="T18" fmla="*/ 87 w 323"/>
                <a:gd name="T19" fmla="*/ 340 h 379"/>
                <a:gd name="T20" fmla="*/ 120 w 323"/>
                <a:gd name="T21" fmla="*/ 351 h 379"/>
                <a:gd name="T22" fmla="*/ 153 w 323"/>
                <a:gd name="T23" fmla="*/ 360 h 379"/>
                <a:gd name="T24" fmla="*/ 187 w 323"/>
                <a:gd name="T25" fmla="*/ 367 h 379"/>
                <a:gd name="T26" fmla="*/ 221 w 323"/>
                <a:gd name="T27" fmla="*/ 372 h 379"/>
                <a:gd name="T28" fmla="*/ 256 w 323"/>
                <a:gd name="T29" fmla="*/ 375 h 379"/>
                <a:gd name="T30" fmla="*/ 290 w 323"/>
                <a:gd name="T31" fmla="*/ 378 h 379"/>
                <a:gd name="T32" fmla="*/ 312 w 323"/>
                <a:gd name="T33" fmla="*/ 379 h 379"/>
                <a:gd name="T34" fmla="*/ 320 w 323"/>
                <a:gd name="T35" fmla="*/ 372 h 379"/>
                <a:gd name="T36" fmla="*/ 323 w 323"/>
                <a:gd name="T37" fmla="*/ 360 h 379"/>
                <a:gd name="T38" fmla="*/ 316 w 323"/>
                <a:gd name="T39" fmla="*/ 352 h 379"/>
                <a:gd name="T40" fmla="*/ 295 w 323"/>
                <a:gd name="T41" fmla="*/ 351 h 379"/>
                <a:gd name="T42" fmla="*/ 263 w 323"/>
                <a:gd name="T43" fmla="*/ 350 h 379"/>
                <a:gd name="T44" fmla="*/ 231 w 323"/>
                <a:gd name="T45" fmla="*/ 348 h 379"/>
                <a:gd name="T46" fmla="*/ 200 w 323"/>
                <a:gd name="T47" fmla="*/ 343 h 379"/>
                <a:gd name="T48" fmla="*/ 168 w 323"/>
                <a:gd name="T49" fmla="*/ 337 h 379"/>
                <a:gd name="T50" fmla="*/ 136 w 323"/>
                <a:gd name="T51" fmla="*/ 329 h 379"/>
                <a:gd name="T52" fmla="*/ 106 w 323"/>
                <a:gd name="T53" fmla="*/ 320 h 379"/>
                <a:gd name="T54" fmla="*/ 76 w 323"/>
                <a:gd name="T55" fmla="*/ 306 h 379"/>
                <a:gd name="T56" fmla="*/ 51 w 323"/>
                <a:gd name="T57" fmla="*/ 291 h 379"/>
                <a:gd name="T58" fmla="*/ 35 w 323"/>
                <a:gd name="T59" fmla="*/ 269 h 379"/>
                <a:gd name="T60" fmla="*/ 31 w 323"/>
                <a:gd name="T61" fmla="*/ 239 h 379"/>
                <a:gd name="T62" fmla="*/ 38 w 323"/>
                <a:gd name="T63" fmla="*/ 197 h 379"/>
                <a:gd name="T64" fmla="*/ 51 w 323"/>
                <a:gd name="T65" fmla="*/ 165 h 379"/>
                <a:gd name="T66" fmla="*/ 68 w 323"/>
                <a:gd name="T67" fmla="*/ 136 h 379"/>
                <a:gd name="T68" fmla="*/ 89 w 323"/>
                <a:gd name="T69" fmla="*/ 111 h 379"/>
                <a:gd name="T70" fmla="*/ 114 w 323"/>
                <a:gd name="T71" fmla="*/ 88 h 379"/>
                <a:gd name="T72" fmla="*/ 144 w 323"/>
                <a:gd name="T73" fmla="*/ 64 h 379"/>
                <a:gd name="T74" fmla="*/ 181 w 323"/>
                <a:gd name="T75" fmla="*/ 41 h 379"/>
                <a:gd name="T76" fmla="*/ 219 w 323"/>
                <a:gd name="T77" fmla="*/ 22 h 379"/>
                <a:gd name="T78" fmla="*/ 253 w 323"/>
                <a:gd name="T79" fmla="*/ 7 h 379"/>
                <a:gd name="T80" fmla="*/ 255 w 323"/>
                <a:gd name="T81" fmla="*/ 0 h 379"/>
                <a:gd name="T82" fmla="*/ 221 w 323"/>
                <a:gd name="T83" fmla="*/ 5 h 379"/>
                <a:gd name="T84" fmla="*/ 181 w 323"/>
                <a:gd name="T85" fmla="*/ 19 h 379"/>
                <a:gd name="T86" fmla="*/ 142 w 323"/>
                <a:gd name="T87" fmla="*/ 39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" name="Freeform 795"/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235 w 282"/>
                <a:gd name="T1" fmla="*/ 78 h 253"/>
                <a:gd name="T2" fmla="*/ 248 w 282"/>
                <a:gd name="T3" fmla="*/ 92 h 253"/>
                <a:gd name="T4" fmla="*/ 255 w 282"/>
                <a:gd name="T5" fmla="*/ 108 h 253"/>
                <a:gd name="T6" fmla="*/ 259 w 282"/>
                <a:gd name="T7" fmla="*/ 125 h 253"/>
                <a:gd name="T8" fmla="*/ 259 w 282"/>
                <a:gd name="T9" fmla="*/ 144 h 253"/>
                <a:gd name="T10" fmla="*/ 257 w 282"/>
                <a:gd name="T11" fmla="*/ 159 h 253"/>
                <a:gd name="T12" fmla="*/ 252 w 282"/>
                <a:gd name="T13" fmla="*/ 171 h 253"/>
                <a:gd name="T14" fmla="*/ 244 w 282"/>
                <a:gd name="T15" fmla="*/ 184 h 253"/>
                <a:gd name="T16" fmla="*/ 236 w 282"/>
                <a:gd name="T17" fmla="*/ 194 h 253"/>
                <a:gd name="T18" fmla="*/ 225 w 282"/>
                <a:gd name="T19" fmla="*/ 206 h 253"/>
                <a:gd name="T20" fmla="*/ 215 w 282"/>
                <a:gd name="T21" fmla="*/ 215 h 253"/>
                <a:gd name="T22" fmla="*/ 204 w 282"/>
                <a:gd name="T23" fmla="*/ 225 h 253"/>
                <a:gd name="T24" fmla="*/ 194 w 282"/>
                <a:gd name="T25" fmla="*/ 236 h 253"/>
                <a:gd name="T26" fmla="*/ 191 w 282"/>
                <a:gd name="T27" fmla="*/ 239 h 253"/>
                <a:gd name="T28" fmla="*/ 190 w 282"/>
                <a:gd name="T29" fmla="*/ 242 h 253"/>
                <a:gd name="T30" fmla="*/ 191 w 282"/>
                <a:gd name="T31" fmla="*/ 246 h 253"/>
                <a:gd name="T32" fmla="*/ 194 w 282"/>
                <a:gd name="T33" fmla="*/ 249 h 253"/>
                <a:gd name="T34" fmla="*/ 197 w 282"/>
                <a:gd name="T35" fmla="*/ 252 h 253"/>
                <a:gd name="T36" fmla="*/ 201 w 282"/>
                <a:gd name="T37" fmla="*/ 253 h 253"/>
                <a:gd name="T38" fmla="*/ 205 w 282"/>
                <a:gd name="T39" fmla="*/ 252 h 253"/>
                <a:gd name="T40" fmla="*/ 209 w 282"/>
                <a:gd name="T41" fmla="*/ 249 h 253"/>
                <a:gd name="T42" fmla="*/ 232 w 282"/>
                <a:gd name="T43" fmla="*/ 234 h 253"/>
                <a:gd name="T44" fmla="*/ 251 w 282"/>
                <a:gd name="T45" fmla="*/ 215 h 253"/>
                <a:gd name="T46" fmla="*/ 267 w 282"/>
                <a:gd name="T47" fmla="*/ 192 h 253"/>
                <a:gd name="T48" fmla="*/ 278 w 282"/>
                <a:gd name="T49" fmla="*/ 168 h 253"/>
                <a:gd name="T50" fmla="*/ 282 w 282"/>
                <a:gd name="T51" fmla="*/ 141 h 253"/>
                <a:gd name="T52" fmla="*/ 279 w 282"/>
                <a:gd name="T53" fmla="*/ 116 h 253"/>
                <a:gd name="T54" fmla="*/ 270 w 282"/>
                <a:gd name="T55" fmla="*/ 92 h 253"/>
                <a:gd name="T56" fmla="*/ 251 w 282"/>
                <a:gd name="T57" fmla="*/ 70 h 253"/>
                <a:gd name="T58" fmla="*/ 237 w 282"/>
                <a:gd name="T59" fmla="*/ 59 h 253"/>
                <a:gd name="T60" fmla="*/ 221 w 282"/>
                <a:gd name="T61" fmla="*/ 48 h 253"/>
                <a:gd name="T62" fmla="*/ 202 w 282"/>
                <a:gd name="T63" fmla="*/ 39 h 253"/>
                <a:gd name="T64" fmla="*/ 183 w 282"/>
                <a:gd name="T65" fmla="*/ 31 h 253"/>
                <a:gd name="T66" fmla="*/ 163 w 282"/>
                <a:gd name="T67" fmla="*/ 24 h 253"/>
                <a:gd name="T68" fmla="*/ 142 w 282"/>
                <a:gd name="T69" fmla="*/ 18 h 253"/>
                <a:gd name="T70" fmla="*/ 122 w 282"/>
                <a:gd name="T71" fmla="*/ 13 h 253"/>
                <a:gd name="T72" fmla="*/ 101 w 282"/>
                <a:gd name="T73" fmla="*/ 8 h 253"/>
                <a:gd name="T74" fmla="*/ 82 w 282"/>
                <a:gd name="T75" fmla="*/ 5 h 253"/>
                <a:gd name="T76" fmla="*/ 63 w 282"/>
                <a:gd name="T77" fmla="*/ 2 h 253"/>
                <a:gd name="T78" fmla="*/ 47 w 282"/>
                <a:gd name="T79" fmla="*/ 0 h 253"/>
                <a:gd name="T80" fmla="*/ 32 w 282"/>
                <a:gd name="T81" fmla="*/ 0 h 253"/>
                <a:gd name="T82" fmla="*/ 19 w 282"/>
                <a:gd name="T83" fmla="*/ 0 h 253"/>
                <a:gd name="T84" fmla="*/ 10 w 282"/>
                <a:gd name="T85" fmla="*/ 1 h 253"/>
                <a:gd name="T86" fmla="*/ 4 w 282"/>
                <a:gd name="T87" fmla="*/ 4 h 253"/>
                <a:gd name="T88" fmla="*/ 0 w 282"/>
                <a:gd name="T89" fmla="*/ 6 h 253"/>
                <a:gd name="T90" fmla="*/ 12 w 282"/>
                <a:gd name="T91" fmla="*/ 8 h 253"/>
                <a:gd name="T92" fmla="*/ 25 w 282"/>
                <a:gd name="T93" fmla="*/ 9 h 253"/>
                <a:gd name="T94" fmla="*/ 38 w 282"/>
                <a:gd name="T95" fmla="*/ 12 h 253"/>
                <a:gd name="T96" fmla="*/ 52 w 282"/>
                <a:gd name="T97" fmla="*/ 14 h 253"/>
                <a:gd name="T98" fmla="*/ 67 w 282"/>
                <a:gd name="T99" fmla="*/ 16 h 253"/>
                <a:gd name="T100" fmla="*/ 82 w 282"/>
                <a:gd name="T101" fmla="*/ 18 h 253"/>
                <a:gd name="T102" fmla="*/ 97 w 282"/>
                <a:gd name="T103" fmla="*/ 22 h 253"/>
                <a:gd name="T104" fmla="*/ 114 w 282"/>
                <a:gd name="T105" fmla="*/ 25 h 253"/>
                <a:gd name="T106" fmla="*/ 129 w 282"/>
                <a:gd name="T107" fmla="*/ 30 h 253"/>
                <a:gd name="T108" fmla="*/ 146 w 282"/>
                <a:gd name="T109" fmla="*/ 35 h 253"/>
                <a:gd name="T110" fmla="*/ 162 w 282"/>
                <a:gd name="T111" fmla="*/ 40 h 253"/>
                <a:gd name="T112" fmla="*/ 177 w 282"/>
                <a:gd name="T113" fmla="*/ 46 h 253"/>
                <a:gd name="T114" fmla="*/ 192 w 282"/>
                <a:gd name="T115" fmla="*/ 53 h 253"/>
                <a:gd name="T116" fmla="*/ 208 w 282"/>
                <a:gd name="T117" fmla="*/ 60 h 253"/>
                <a:gd name="T118" fmla="*/ 222 w 282"/>
                <a:gd name="T119" fmla="*/ 69 h 253"/>
                <a:gd name="T120" fmla="*/ 235 w 282"/>
                <a:gd name="T121" fmla="*/ 78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" name="Freeform 796"/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128 h 236"/>
                <a:gd name="T2" fmla="*/ 0 w 115"/>
                <a:gd name="T3" fmla="*/ 148 h 236"/>
                <a:gd name="T4" fmla="*/ 5 w 115"/>
                <a:gd name="T5" fmla="*/ 166 h 236"/>
                <a:gd name="T6" fmla="*/ 13 w 115"/>
                <a:gd name="T7" fmla="*/ 184 h 236"/>
                <a:gd name="T8" fmla="*/ 24 w 115"/>
                <a:gd name="T9" fmla="*/ 198 h 236"/>
                <a:gd name="T10" fmla="*/ 39 w 115"/>
                <a:gd name="T11" fmla="*/ 211 h 236"/>
                <a:gd name="T12" fmla="*/ 55 w 115"/>
                <a:gd name="T13" fmla="*/ 223 h 236"/>
                <a:gd name="T14" fmla="*/ 74 w 115"/>
                <a:gd name="T15" fmla="*/ 231 h 236"/>
                <a:gd name="T16" fmla="*/ 92 w 115"/>
                <a:gd name="T17" fmla="*/ 235 h 236"/>
                <a:gd name="T18" fmla="*/ 98 w 115"/>
                <a:gd name="T19" fmla="*/ 236 h 236"/>
                <a:gd name="T20" fmla="*/ 104 w 115"/>
                <a:gd name="T21" fmla="*/ 234 h 236"/>
                <a:gd name="T22" fmla="*/ 109 w 115"/>
                <a:gd name="T23" fmla="*/ 231 h 236"/>
                <a:gd name="T24" fmla="*/ 111 w 115"/>
                <a:gd name="T25" fmla="*/ 226 h 236"/>
                <a:gd name="T26" fmla="*/ 111 w 115"/>
                <a:gd name="T27" fmla="*/ 220 h 236"/>
                <a:gd name="T28" fmla="*/ 110 w 115"/>
                <a:gd name="T29" fmla="*/ 215 h 236"/>
                <a:gd name="T30" fmla="*/ 107 w 115"/>
                <a:gd name="T31" fmla="*/ 210 h 236"/>
                <a:gd name="T32" fmla="*/ 101 w 115"/>
                <a:gd name="T33" fmla="*/ 208 h 236"/>
                <a:gd name="T34" fmla="*/ 82 w 115"/>
                <a:gd name="T35" fmla="*/ 201 h 236"/>
                <a:gd name="T36" fmla="*/ 64 w 115"/>
                <a:gd name="T37" fmla="*/ 192 h 236"/>
                <a:gd name="T38" fmla="*/ 50 w 115"/>
                <a:gd name="T39" fmla="*/ 179 h 236"/>
                <a:gd name="T40" fmla="*/ 40 w 115"/>
                <a:gd name="T41" fmla="*/ 165 h 236"/>
                <a:gd name="T42" fmla="*/ 33 w 115"/>
                <a:gd name="T43" fmla="*/ 148 h 236"/>
                <a:gd name="T44" fmla="*/ 29 w 115"/>
                <a:gd name="T45" fmla="*/ 130 h 236"/>
                <a:gd name="T46" fmla="*/ 29 w 115"/>
                <a:gd name="T47" fmla="*/ 110 h 236"/>
                <a:gd name="T48" fmla="*/ 35 w 115"/>
                <a:gd name="T49" fmla="*/ 89 h 236"/>
                <a:gd name="T50" fmla="*/ 43 w 115"/>
                <a:gd name="T51" fmla="*/ 74 h 236"/>
                <a:gd name="T52" fmla="*/ 56 w 115"/>
                <a:gd name="T53" fmla="*/ 60 h 236"/>
                <a:gd name="T54" fmla="*/ 70 w 115"/>
                <a:gd name="T55" fmla="*/ 46 h 236"/>
                <a:gd name="T56" fmla="*/ 85 w 115"/>
                <a:gd name="T57" fmla="*/ 33 h 236"/>
                <a:gd name="T58" fmla="*/ 98 w 115"/>
                <a:gd name="T59" fmla="*/ 23 h 236"/>
                <a:gd name="T60" fmla="*/ 109 w 115"/>
                <a:gd name="T61" fmla="*/ 12 h 236"/>
                <a:gd name="T62" fmla="*/ 115 w 115"/>
                <a:gd name="T63" fmla="*/ 6 h 236"/>
                <a:gd name="T64" fmla="*/ 115 w 115"/>
                <a:gd name="T65" fmla="*/ 0 h 236"/>
                <a:gd name="T66" fmla="*/ 102 w 115"/>
                <a:gd name="T67" fmla="*/ 4 h 236"/>
                <a:gd name="T68" fmla="*/ 85 w 115"/>
                <a:gd name="T69" fmla="*/ 12 h 236"/>
                <a:gd name="T70" fmla="*/ 68 w 115"/>
                <a:gd name="T71" fmla="*/ 26 h 236"/>
                <a:gd name="T72" fmla="*/ 49 w 115"/>
                <a:gd name="T73" fmla="*/ 42 h 236"/>
                <a:gd name="T74" fmla="*/ 32 w 115"/>
                <a:gd name="T75" fmla="*/ 61 h 236"/>
                <a:gd name="T76" fmla="*/ 17 w 115"/>
                <a:gd name="T77" fmla="*/ 82 h 236"/>
                <a:gd name="T78" fmla="*/ 6 w 115"/>
                <a:gd name="T79" fmla="*/ 105 h 236"/>
                <a:gd name="T80" fmla="*/ 0 w 115"/>
                <a:gd name="T81" fmla="*/ 128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8" name="Freeform 797"/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208 w 245"/>
                <a:gd name="T1" fmla="*/ 124 h 310"/>
                <a:gd name="T2" fmla="*/ 220 w 245"/>
                <a:gd name="T3" fmla="*/ 144 h 310"/>
                <a:gd name="T4" fmla="*/ 226 w 245"/>
                <a:gd name="T5" fmla="*/ 164 h 310"/>
                <a:gd name="T6" fmla="*/ 222 w 245"/>
                <a:gd name="T7" fmla="*/ 187 h 310"/>
                <a:gd name="T8" fmla="*/ 208 w 245"/>
                <a:gd name="T9" fmla="*/ 209 h 310"/>
                <a:gd name="T10" fmla="*/ 188 w 245"/>
                <a:gd name="T11" fmla="*/ 229 h 310"/>
                <a:gd name="T12" fmla="*/ 166 w 245"/>
                <a:gd name="T13" fmla="*/ 246 h 310"/>
                <a:gd name="T14" fmla="*/ 142 w 245"/>
                <a:gd name="T15" fmla="*/ 264 h 310"/>
                <a:gd name="T16" fmla="*/ 128 w 245"/>
                <a:gd name="T17" fmla="*/ 278 h 310"/>
                <a:gd name="T18" fmla="*/ 124 w 245"/>
                <a:gd name="T19" fmla="*/ 287 h 310"/>
                <a:gd name="T20" fmla="*/ 120 w 245"/>
                <a:gd name="T21" fmla="*/ 296 h 310"/>
                <a:gd name="T22" fmla="*/ 122 w 245"/>
                <a:gd name="T23" fmla="*/ 306 h 310"/>
                <a:gd name="T24" fmla="*/ 131 w 245"/>
                <a:gd name="T25" fmla="*/ 310 h 310"/>
                <a:gd name="T26" fmla="*/ 139 w 245"/>
                <a:gd name="T27" fmla="*/ 309 h 310"/>
                <a:gd name="T28" fmla="*/ 154 w 245"/>
                <a:gd name="T29" fmla="*/ 292 h 310"/>
                <a:gd name="T30" fmla="*/ 180 w 245"/>
                <a:gd name="T31" fmla="*/ 269 h 310"/>
                <a:gd name="T32" fmla="*/ 207 w 245"/>
                <a:gd name="T33" fmla="*/ 246 h 310"/>
                <a:gd name="T34" fmla="*/ 230 w 245"/>
                <a:gd name="T35" fmla="*/ 219 h 310"/>
                <a:gd name="T36" fmla="*/ 244 w 245"/>
                <a:gd name="T37" fmla="*/ 186 h 310"/>
                <a:gd name="T38" fmla="*/ 243 w 245"/>
                <a:gd name="T39" fmla="*/ 152 h 310"/>
                <a:gd name="T40" fmla="*/ 228 w 245"/>
                <a:gd name="T41" fmla="*/ 119 h 310"/>
                <a:gd name="T42" fmla="*/ 203 w 245"/>
                <a:gd name="T43" fmla="*/ 93 h 310"/>
                <a:gd name="T44" fmla="*/ 176 w 245"/>
                <a:gd name="T45" fmla="*/ 76 h 310"/>
                <a:gd name="T46" fmla="*/ 151 w 245"/>
                <a:gd name="T47" fmla="*/ 61 h 310"/>
                <a:gd name="T48" fmla="*/ 122 w 245"/>
                <a:gd name="T49" fmla="*/ 46 h 310"/>
                <a:gd name="T50" fmla="*/ 93 w 245"/>
                <a:gd name="T51" fmla="*/ 31 h 310"/>
                <a:gd name="T52" fmla="*/ 66 w 245"/>
                <a:gd name="T53" fmla="*/ 18 h 310"/>
                <a:gd name="T54" fmla="*/ 40 w 245"/>
                <a:gd name="T55" fmla="*/ 8 h 310"/>
                <a:gd name="T56" fmla="*/ 20 w 245"/>
                <a:gd name="T57" fmla="*/ 1 h 310"/>
                <a:gd name="T58" fmla="*/ 5 w 245"/>
                <a:gd name="T59" fmla="*/ 0 h 310"/>
                <a:gd name="T60" fmla="*/ 11 w 245"/>
                <a:gd name="T61" fmla="*/ 8 h 310"/>
                <a:gd name="T62" fmla="*/ 36 w 245"/>
                <a:gd name="T63" fmla="*/ 20 h 310"/>
                <a:gd name="T64" fmla="*/ 60 w 245"/>
                <a:gd name="T65" fmla="*/ 31 h 310"/>
                <a:gd name="T66" fmla="*/ 86 w 245"/>
                <a:gd name="T67" fmla="*/ 44 h 310"/>
                <a:gd name="T68" fmla="*/ 113 w 245"/>
                <a:gd name="T69" fmla="*/ 57 h 310"/>
                <a:gd name="T70" fmla="*/ 139 w 245"/>
                <a:gd name="T71" fmla="*/ 71 h 310"/>
                <a:gd name="T72" fmla="*/ 165 w 245"/>
                <a:gd name="T73" fmla="*/ 88 h 310"/>
                <a:gd name="T74" fmla="*/ 188 w 245"/>
                <a:gd name="T75" fmla="*/ 106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" name="Freeform 798"/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1909" name="Group 799"/>
          <p:cNvGrpSpPr>
            <a:grpSpLocks/>
          </p:cNvGrpSpPr>
          <p:nvPr/>
        </p:nvGrpSpPr>
        <p:grpSpPr bwMode="auto">
          <a:xfrm>
            <a:off x="609600" y="1797845"/>
            <a:ext cx="3340100" cy="2721239"/>
            <a:chOff x="2865" y="1307"/>
            <a:chExt cx="2104" cy="2057"/>
          </a:xfrm>
        </p:grpSpPr>
        <p:sp>
          <p:nvSpPr>
            <p:cNvPr id="2178" name="Line 800"/>
            <p:cNvSpPr>
              <a:spLocks noChangeShapeType="1"/>
            </p:cNvSpPr>
            <p:nvPr/>
          </p:nvSpPr>
          <p:spPr bwMode="auto">
            <a:xfrm>
              <a:off x="4092" y="1307"/>
              <a:ext cx="877" cy="1762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" name="Line 801"/>
            <p:cNvSpPr>
              <a:spLocks noChangeShapeType="1"/>
            </p:cNvSpPr>
            <p:nvPr/>
          </p:nvSpPr>
          <p:spPr bwMode="auto">
            <a:xfrm>
              <a:off x="3466" y="2211"/>
              <a:ext cx="1487" cy="1014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" name="Line 802"/>
            <p:cNvSpPr>
              <a:spLocks noChangeShapeType="1"/>
            </p:cNvSpPr>
            <p:nvPr/>
          </p:nvSpPr>
          <p:spPr bwMode="auto">
            <a:xfrm>
              <a:off x="3657" y="3158"/>
              <a:ext cx="1014" cy="206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" name="Text Box 803"/>
            <p:cNvSpPr txBox="1">
              <a:spLocks noChangeArrowheads="1"/>
            </p:cNvSpPr>
            <p:nvPr/>
          </p:nvSpPr>
          <p:spPr bwMode="auto">
            <a:xfrm>
              <a:off x="2865" y="2510"/>
              <a:ext cx="1112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000">
                  <a:solidFill>
                    <a:srgbClr val="FF3300"/>
                  </a:solidFill>
                </a:rPr>
                <a:t>client/server</a:t>
              </a:r>
            </a:p>
          </p:txBody>
        </p:sp>
      </p:grpSp>
      <p:sp>
        <p:nvSpPr>
          <p:cNvPr id="6" name="Footer Placeholder 2"/>
          <p:cNvSpPr txBox="1">
            <a:spLocks noGrp="1"/>
          </p:cNvSpPr>
          <p:nvPr/>
        </p:nvSpPr>
        <p:spPr bwMode="auto">
          <a:xfrm>
            <a:off x="7618413" y="5443803"/>
            <a:ext cx="1452562" cy="238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Arial" charset="0"/>
                <a:cs typeface="Arial" charset="0"/>
              </a:rPr>
              <a:t>Application  2-</a:t>
            </a:r>
            <a:fld id="{6AB789BB-C280-499E-8441-00B7798B3CDF}" type="slidenum">
              <a:rPr lang="en-US" sz="1200">
                <a:latin typeface="Arial" charset="0"/>
                <a:cs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sz="12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4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Pure P2P architecture</a:t>
            </a:r>
          </a:p>
        </p:txBody>
      </p:sp>
      <p:sp>
        <p:nvSpPr>
          <p:cNvPr id="3090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533401" y="1333500"/>
            <a:ext cx="4049713" cy="3873500"/>
          </a:xfrm>
        </p:spPr>
        <p:txBody>
          <a:bodyPr>
            <a:normAutofit lnSpcReduction="10000"/>
          </a:bodyPr>
          <a:lstStyle/>
          <a:p>
            <a:r>
              <a:rPr lang="en-US" sz="2400" i="1" smtClean="0"/>
              <a:t>no</a:t>
            </a:r>
            <a:r>
              <a:rPr lang="en-US" sz="2400" smtClean="0"/>
              <a:t> always-on server</a:t>
            </a:r>
          </a:p>
          <a:p>
            <a:r>
              <a:rPr lang="en-US" sz="2400" smtClean="0"/>
              <a:t>arbitrary end systems directly communicate</a:t>
            </a:r>
          </a:p>
          <a:p>
            <a:r>
              <a:rPr lang="en-US" sz="2400" smtClean="0"/>
              <a:t>peers are intermittently connected and change IP addresses</a:t>
            </a:r>
          </a:p>
          <a:p>
            <a:pPr>
              <a:buFont typeface="Wingdings" pitchFamily="2" charset="2"/>
              <a:buNone/>
            </a:pPr>
            <a:endParaRPr lang="en-US" sz="2400" smtClean="0"/>
          </a:p>
          <a:p>
            <a:endParaRPr lang="en-US" sz="2400" smtClean="0"/>
          </a:p>
          <a:p>
            <a:pPr>
              <a:buFont typeface="Wingdings" pitchFamily="2" charset="2"/>
              <a:buNone/>
            </a:pPr>
            <a:r>
              <a:rPr lang="en-US" sz="2400" smtClean="0">
                <a:solidFill>
                  <a:srgbClr val="FF0000"/>
                </a:solidFill>
              </a:rPr>
              <a:t>highly scalable but difficult to manage</a:t>
            </a:r>
          </a:p>
          <a:p>
            <a:endParaRPr lang="en-US" sz="2400" smtClean="0"/>
          </a:p>
        </p:txBody>
      </p:sp>
      <p:sp>
        <p:nvSpPr>
          <p:cNvPr id="3091" name="Freeform 691"/>
          <p:cNvSpPr>
            <a:spLocks/>
          </p:cNvSpPr>
          <p:nvPr/>
        </p:nvSpPr>
        <p:spPr bwMode="auto">
          <a:xfrm>
            <a:off x="6710363" y="2881313"/>
            <a:ext cx="1314450" cy="562240"/>
          </a:xfrm>
          <a:custGeom>
            <a:avLst/>
            <a:gdLst>
              <a:gd name="T0" fmla="*/ 382 w 828"/>
              <a:gd name="T1" fmla="*/ 30 h 425"/>
              <a:gd name="T2" fmla="*/ 370 w 828"/>
              <a:gd name="T3" fmla="*/ 30 h 425"/>
              <a:gd name="T4" fmla="*/ 126 w 828"/>
              <a:gd name="T5" fmla="*/ 32 h 425"/>
              <a:gd name="T6" fmla="*/ 6 w 828"/>
              <a:gd name="T7" fmla="*/ 126 h 425"/>
              <a:gd name="T8" fmla="*/ 92 w 828"/>
              <a:gd name="T9" fmla="*/ 274 h 425"/>
              <a:gd name="T10" fmla="*/ 292 w 828"/>
              <a:gd name="T11" fmla="*/ 384 h 425"/>
              <a:gd name="T12" fmla="*/ 540 w 828"/>
              <a:gd name="T13" fmla="*/ 416 h 425"/>
              <a:gd name="T14" fmla="*/ 698 w 828"/>
              <a:gd name="T15" fmla="*/ 330 h 425"/>
              <a:gd name="T16" fmla="*/ 776 w 828"/>
              <a:gd name="T17" fmla="*/ 170 h 425"/>
              <a:gd name="T18" fmla="*/ 792 w 828"/>
              <a:gd name="T19" fmla="*/ 22 h 425"/>
              <a:gd name="T20" fmla="*/ 560 w 828"/>
              <a:gd name="T21" fmla="*/ 38 h 425"/>
              <a:gd name="T22" fmla="*/ 382 w 828"/>
              <a:gd name="T23" fmla="*/ 30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2" name="Freeform 692"/>
          <p:cNvSpPr>
            <a:spLocks/>
          </p:cNvSpPr>
          <p:nvPr/>
        </p:nvSpPr>
        <p:spPr bwMode="auto">
          <a:xfrm>
            <a:off x="6729414" y="1609991"/>
            <a:ext cx="1730375" cy="870479"/>
          </a:xfrm>
          <a:custGeom>
            <a:avLst/>
            <a:gdLst>
              <a:gd name="T0" fmla="*/ 424 w 765"/>
              <a:gd name="T1" fmla="*/ 10 h 459"/>
              <a:gd name="T2" fmla="*/ 288 w 765"/>
              <a:gd name="T3" fmla="*/ 70 h 459"/>
              <a:gd name="T4" fmla="*/ 96 w 765"/>
              <a:gd name="T5" fmla="*/ 100 h 459"/>
              <a:gd name="T6" fmla="*/ 14 w 765"/>
              <a:gd name="T7" fmla="*/ 336 h 459"/>
              <a:gd name="T8" fmla="*/ 180 w 765"/>
              <a:gd name="T9" fmla="*/ 444 h 459"/>
              <a:gd name="T10" fmla="*/ 346 w 765"/>
              <a:gd name="T11" fmla="*/ 426 h 459"/>
              <a:gd name="T12" fmla="*/ 584 w 765"/>
              <a:gd name="T13" fmla="*/ 444 h 459"/>
              <a:gd name="T14" fmla="*/ 698 w 765"/>
              <a:gd name="T15" fmla="*/ 434 h 459"/>
              <a:gd name="T16" fmla="*/ 752 w 765"/>
              <a:gd name="T17" fmla="*/ 372 h 459"/>
              <a:gd name="T18" fmla="*/ 750 w 765"/>
              <a:gd name="T19" fmla="*/ 158 h 459"/>
              <a:gd name="T20" fmla="*/ 662 w 765"/>
              <a:gd name="T21" fmla="*/ 34 h 459"/>
              <a:gd name="T22" fmla="*/ 424 w 765"/>
              <a:gd name="T23" fmla="*/ 10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3" name="Freeform 693"/>
          <p:cNvSpPr>
            <a:spLocks/>
          </p:cNvSpPr>
          <p:nvPr/>
        </p:nvSpPr>
        <p:spPr bwMode="auto">
          <a:xfrm>
            <a:off x="4989513" y="1366574"/>
            <a:ext cx="1644650" cy="892968"/>
          </a:xfrm>
          <a:custGeom>
            <a:avLst/>
            <a:gdLst>
              <a:gd name="T0" fmla="*/ 648 w 1036"/>
              <a:gd name="T1" fmla="*/ 11 h 675"/>
              <a:gd name="T2" fmla="*/ 390 w 1036"/>
              <a:gd name="T3" fmla="*/ 53 h 675"/>
              <a:gd name="T4" fmla="*/ 206 w 1036"/>
              <a:gd name="T5" fmla="*/ 129 h 675"/>
              <a:gd name="T6" fmla="*/ 152 w 1036"/>
              <a:gd name="T7" fmla="*/ 229 h 675"/>
              <a:gd name="T8" fmla="*/ 22 w 1036"/>
              <a:gd name="T9" fmla="*/ 297 h 675"/>
              <a:gd name="T10" fmla="*/ 18 w 1036"/>
              <a:gd name="T11" fmla="*/ 459 h 675"/>
              <a:gd name="T12" fmla="*/ 132 w 1036"/>
              <a:gd name="T13" fmla="*/ 489 h 675"/>
              <a:gd name="T14" fmla="*/ 458 w 1036"/>
              <a:gd name="T15" fmla="*/ 489 h 675"/>
              <a:gd name="T16" fmla="*/ 598 w 1036"/>
              <a:gd name="T17" fmla="*/ 555 h 675"/>
              <a:gd name="T18" fmla="*/ 752 w 1036"/>
              <a:gd name="T19" fmla="*/ 657 h 675"/>
              <a:gd name="T20" fmla="*/ 870 w 1036"/>
              <a:gd name="T21" fmla="*/ 661 h 675"/>
              <a:gd name="T22" fmla="*/ 952 w 1036"/>
              <a:gd name="T23" fmla="*/ 603 h 675"/>
              <a:gd name="T24" fmla="*/ 992 w 1036"/>
              <a:gd name="T25" fmla="*/ 445 h 675"/>
              <a:gd name="T26" fmla="*/ 1018 w 1036"/>
              <a:gd name="T27" fmla="*/ 291 h 675"/>
              <a:gd name="T28" fmla="*/ 1022 w 1036"/>
              <a:gd name="T29" fmla="*/ 107 h 675"/>
              <a:gd name="T30" fmla="*/ 934 w 1036"/>
              <a:gd name="T31" fmla="*/ 17 h 675"/>
              <a:gd name="T32" fmla="*/ 776 w 1036"/>
              <a:gd name="T33" fmla="*/ 3 h 675"/>
              <a:gd name="T34" fmla="*/ 648 w 1036"/>
              <a:gd name="T35" fmla="*/ 11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94" name="Group 694"/>
          <p:cNvGrpSpPr>
            <a:grpSpLocks/>
          </p:cNvGrpSpPr>
          <p:nvPr/>
        </p:nvGrpSpPr>
        <p:grpSpPr bwMode="auto">
          <a:xfrm>
            <a:off x="5076826" y="2479146"/>
            <a:ext cx="1458913" cy="777875"/>
            <a:chOff x="2889" y="1631"/>
            <a:chExt cx="980" cy="743"/>
          </a:xfrm>
        </p:grpSpPr>
        <p:sp>
          <p:nvSpPr>
            <p:cNvPr id="3418" name="Rectangle 695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19" name="AutoShape 696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solidFill>
                  <a:srgbClr val="00CC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095" name="Group 697"/>
          <p:cNvGrpSpPr>
            <a:grpSpLocks/>
          </p:cNvGrpSpPr>
          <p:nvPr/>
        </p:nvGrpSpPr>
        <p:grpSpPr bwMode="auto">
          <a:xfrm>
            <a:off x="5778500" y="1526646"/>
            <a:ext cx="336550" cy="443178"/>
            <a:chOff x="3796" y="1043"/>
            <a:chExt cx="865" cy="1237"/>
          </a:xfrm>
        </p:grpSpPr>
        <p:sp>
          <p:nvSpPr>
            <p:cNvPr id="3388" name="Line 698"/>
            <p:cNvSpPr>
              <a:spLocks noChangeShapeType="1"/>
            </p:cNvSpPr>
            <p:nvPr/>
          </p:nvSpPr>
          <p:spPr bwMode="auto">
            <a:xfrm flipH="1">
              <a:off x="3992" y="1481"/>
              <a:ext cx="235" cy="7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89" name="Line 699"/>
            <p:cNvSpPr>
              <a:spLocks noChangeShapeType="1"/>
            </p:cNvSpPr>
            <p:nvPr/>
          </p:nvSpPr>
          <p:spPr bwMode="auto">
            <a:xfrm>
              <a:off x="4227" y="1481"/>
              <a:ext cx="236" cy="72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0" name="Line 700"/>
            <p:cNvSpPr>
              <a:spLocks noChangeShapeType="1"/>
            </p:cNvSpPr>
            <p:nvPr/>
          </p:nvSpPr>
          <p:spPr bwMode="auto">
            <a:xfrm>
              <a:off x="3992" y="2201"/>
              <a:ext cx="235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1" name="Line 701"/>
            <p:cNvSpPr>
              <a:spLocks noChangeShapeType="1"/>
            </p:cNvSpPr>
            <p:nvPr/>
          </p:nvSpPr>
          <p:spPr bwMode="auto">
            <a:xfrm flipH="1">
              <a:off x="4227" y="2201"/>
              <a:ext cx="236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2" name="Line 702"/>
            <p:cNvSpPr>
              <a:spLocks noChangeShapeType="1"/>
            </p:cNvSpPr>
            <p:nvPr/>
          </p:nvSpPr>
          <p:spPr bwMode="auto">
            <a:xfrm>
              <a:off x="4227" y="1497"/>
              <a:ext cx="0" cy="78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3" name="Line 703"/>
            <p:cNvSpPr>
              <a:spLocks noChangeShapeType="1"/>
            </p:cNvSpPr>
            <p:nvPr/>
          </p:nvSpPr>
          <p:spPr bwMode="auto">
            <a:xfrm flipV="1">
              <a:off x="3992" y="2127"/>
              <a:ext cx="235" cy="7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4" name="Line 704"/>
            <p:cNvSpPr>
              <a:spLocks noChangeShapeType="1"/>
            </p:cNvSpPr>
            <p:nvPr/>
          </p:nvSpPr>
          <p:spPr bwMode="auto">
            <a:xfrm flipH="1" flipV="1">
              <a:off x="4227" y="2127"/>
              <a:ext cx="236" cy="7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5" name="Line 705"/>
            <p:cNvSpPr>
              <a:spLocks noChangeShapeType="1"/>
            </p:cNvSpPr>
            <p:nvPr/>
          </p:nvSpPr>
          <p:spPr bwMode="auto">
            <a:xfrm>
              <a:off x="4092" y="1890"/>
              <a:ext cx="135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6" name="Line 706"/>
            <p:cNvSpPr>
              <a:spLocks noChangeShapeType="1"/>
            </p:cNvSpPr>
            <p:nvPr/>
          </p:nvSpPr>
          <p:spPr bwMode="auto">
            <a:xfrm flipV="1">
              <a:off x="4227" y="1890"/>
              <a:ext cx="143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7" name="Line 707"/>
            <p:cNvSpPr>
              <a:spLocks noChangeShapeType="1"/>
            </p:cNvSpPr>
            <p:nvPr/>
          </p:nvSpPr>
          <p:spPr bwMode="auto">
            <a:xfrm>
              <a:off x="4047" y="1996"/>
              <a:ext cx="175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8" name="Line 708"/>
            <p:cNvSpPr>
              <a:spLocks noChangeShapeType="1"/>
            </p:cNvSpPr>
            <p:nvPr/>
          </p:nvSpPr>
          <p:spPr bwMode="auto">
            <a:xfrm flipV="1">
              <a:off x="4227" y="2012"/>
              <a:ext cx="176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99" name="Line 709"/>
            <p:cNvSpPr>
              <a:spLocks noChangeShapeType="1"/>
            </p:cNvSpPr>
            <p:nvPr/>
          </p:nvSpPr>
          <p:spPr bwMode="auto">
            <a:xfrm flipV="1">
              <a:off x="4227" y="1782"/>
              <a:ext cx="90" cy="2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00" name="Line 710"/>
            <p:cNvSpPr>
              <a:spLocks noChangeShapeType="1"/>
            </p:cNvSpPr>
            <p:nvPr/>
          </p:nvSpPr>
          <p:spPr bwMode="auto">
            <a:xfrm flipV="1">
              <a:off x="4227" y="1632"/>
              <a:ext cx="57" cy="2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01" name="Line 711"/>
            <p:cNvSpPr>
              <a:spLocks noChangeShapeType="1"/>
            </p:cNvSpPr>
            <p:nvPr/>
          </p:nvSpPr>
          <p:spPr bwMode="auto">
            <a:xfrm>
              <a:off x="4126" y="1772"/>
              <a:ext cx="109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02" name="Line 712"/>
            <p:cNvSpPr>
              <a:spLocks noChangeShapeType="1"/>
            </p:cNvSpPr>
            <p:nvPr/>
          </p:nvSpPr>
          <p:spPr bwMode="auto">
            <a:xfrm>
              <a:off x="4175" y="1625"/>
              <a:ext cx="63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3403" name="Group 713"/>
            <p:cNvGrpSpPr>
              <a:grpSpLocks/>
            </p:cNvGrpSpPr>
            <p:nvPr/>
          </p:nvGrpSpPr>
          <p:grpSpPr bwMode="auto">
            <a:xfrm>
              <a:off x="4269" y="1415"/>
              <a:ext cx="392" cy="137"/>
              <a:chOff x="4227" y="1360"/>
              <a:chExt cx="863" cy="270"/>
            </a:xfrm>
          </p:grpSpPr>
          <p:sp>
            <p:nvSpPr>
              <p:cNvPr id="3414" name="Line 714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15" name="Line 715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16" name="Line 716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17" name="Line 717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404" name="Group 718"/>
            <p:cNvGrpSpPr>
              <a:grpSpLocks/>
            </p:cNvGrpSpPr>
            <p:nvPr/>
          </p:nvGrpSpPr>
          <p:grpSpPr bwMode="auto">
            <a:xfrm rot="5700496">
              <a:off x="4053" y="1170"/>
              <a:ext cx="392" cy="137"/>
              <a:chOff x="4227" y="1360"/>
              <a:chExt cx="863" cy="270"/>
            </a:xfrm>
          </p:grpSpPr>
          <p:sp>
            <p:nvSpPr>
              <p:cNvPr id="3410" name="Line 719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11" name="Line 720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12" name="Line 721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13" name="Line 722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405" name="Group 723"/>
            <p:cNvGrpSpPr>
              <a:grpSpLocks/>
            </p:cNvGrpSpPr>
            <p:nvPr/>
          </p:nvGrpSpPr>
          <p:grpSpPr bwMode="auto">
            <a:xfrm rot="10800000">
              <a:off x="3796" y="1402"/>
              <a:ext cx="392" cy="137"/>
              <a:chOff x="4227" y="1360"/>
              <a:chExt cx="863" cy="270"/>
            </a:xfrm>
          </p:grpSpPr>
          <p:sp>
            <p:nvSpPr>
              <p:cNvPr id="3406" name="Line 724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07" name="Line 725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08" name="Line 726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09" name="Line 727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3096" name="Oval 728"/>
          <p:cNvSpPr>
            <a:spLocks noChangeArrowheads="1"/>
          </p:cNvSpPr>
          <p:nvPr/>
        </p:nvSpPr>
        <p:spPr bwMode="auto">
          <a:xfrm>
            <a:off x="6835776" y="3044032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7" name="Line 729"/>
          <p:cNvSpPr>
            <a:spLocks noChangeShapeType="1"/>
          </p:cNvSpPr>
          <p:nvPr/>
        </p:nvSpPr>
        <p:spPr bwMode="auto">
          <a:xfrm>
            <a:off x="6835775" y="3037417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8" name="Line 730"/>
          <p:cNvSpPr>
            <a:spLocks noChangeShapeType="1"/>
          </p:cNvSpPr>
          <p:nvPr/>
        </p:nvSpPr>
        <p:spPr bwMode="auto">
          <a:xfrm>
            <a:off x="7194550" y="3037417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9" name="Rectangle 731"/>
          <p:cNvSpPr>
            <a:spLocks noChangeArrowheads="1"/>
          </p:cNvSpPr>
          <p:nvPr/>
        </p:nvSpPr>
        <p:spPr bwMode="auto">
          <a:xfrm>
            <a:off x="6835775" y="3037417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3100" name="Oval 732"/>
          <p:cNvSpPr>
            <a:spLocks noChangeArrowheads="1"/>
          </p:cNvSpPr>
          <p:nvPr/>
        </p:nvSpPr>
        <p:spPr bwMode="auto">
          <a:xfrm>
            <a:off x="6832601" y="2980532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01" name="Group 733"/>
          <p:cNvGrpSpPr>
            <a:grpSpLocks/>
          </p:cNvGrpSpPr>
          <p:nvPr/>
        </p:nvGrpSpPr>
        <p:grpSpPr bwMode="auto">
          <a:xfrm>
            <a:off x="6918325" y="3000375"/>
            <a:ext cx="179388" cy="54240"/>
            <a:chOff x="2848" y="848"/>
            <a:chExt cx="140" cy="98"/>
          </a:xfrm>
        </p:grpSpPr>
        <p:sp>
          <p:nvSpPr>
            <p:cNvPr id="3385" name="Line 73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6" name="Line 73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7" name="Line 73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02" name="Group 737"/>
          <p:cNvGrpSpPr>
            <a:grpSpLocks/>
          </p:cNvGrpSpPr>
          <p:nvPr/>
        </p:nvGrpSpPr>
        <p:grpSpPr bwMode="auto">
          <a:xfrm flipV="1">
            <a:off x="6918325" y="3000375"/>
            <a:ext cx="179388" cy="54240"/>
            <a:chOff x="2848" y="848"/>
            <a:chExt cx="140" cy="98"/>
          </a:xfrm>
        </p:grpSpPr>
        <p:sp>
          <p:nvSpPr>
            <p:cNvPr id="3382" name="Line 73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" name="Line 73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4" name="Line 74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03" name="Oval 741"/>
          <p:cNvSpPr>
            <a:spLocks noChangeArrowheads="1"/>
          </p:cNvSpPr>
          <p:nvPr/>
        </p:nvSpPr>
        <p:spPr bwMode="auto">
          <a:xfrm>
            <a:off x="7191376" y="3276865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04" name="Line 742"/>
          <p:cNvSpPr>
            <a:spLocks noChangeShapeType="1"/>
          </p:cNvSpPr>
          <p:nvPr/>
        </p:nvSpPr>
        <p:spPr bwMode="auto">
          <a:xfrm>
            <a:off x="7191375" y="3270250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5" name="Line 743"/>
          <p:cNvSpPr>
            <a:spLocks noChangeShapeType="1"/>
          </p:cNvSpPr>
          <p:nvPr/>
        </p:nvSpPr>
        <p:spPr bwMode="auto">
          <a:xfrm>
            <a:off x="7550150" y="3270250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6" name="Rectangle 744"/>
          <p:cNvSpPr>
            <a:spLocks noChangeArrowheads="1"/>
          </p:cNvSpPr>
          <p:nvPr/>
        </p:nvSpPr>
        <p:spPr bwMode="auto">
          <a:xfrm>
            <a:off x="7191375" y="3270250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3107" name="Oval 745"/>
          <p:cNvSpPr>
            <a:spLocks noChangeArrowheads="1"/>
          </p:cNvSpPr>
          <p:nvPr/>
        </p:nvSpPr>
        <p:spPr bwMode="auto">
          <a:xfrm>
            <a:off x="7188201" y="3213366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08" name="Group 746"/>
          <p:cNvGrpSpPr>
            <a:grpSpLocks/>
          </p:cNvGrpSpPr>
          <p:nvPr/>
        </p:nvGrpSpPr>
        <p:grpSpPr bwMode="auto">
          <a:xfrm>
            <a:off x="7273925" y="3233208"/>
            <a:ext cx="179388" cy="54240"/>
            <a:chOff x="2848" y="848"/>
            <a:chExt cx="140" cy="98"/>
          </a:xfrm>
        </p:grpSpPr>
        <p:sp>
          <p:nvSpPr>
            <p:cNvPr id="3379" name="Line 74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" name="Line 74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" name="Line 74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09" name="Group 750"/>
          <p:cNvGrpSpPr>
            <a:grpSpLocks/>
          </p:cNvGrpSpPr>
          <p:nvPr/>
        </p:nvGrpSpPr>
        <p:grpSpPr bwMode="auto">
          <a:xfrm flipV="1">
            <a:off x="7273925" y="3233208"/>
            <a:ext cx="179388" cy="54240"/>
            <a:chOff x="2848" y="848"/>
            <a:chExt cx="140" cy="98"/>
          </a:xfrm>
        </p:grpSpPr>
        <p:sp>
          <p:nvSpPr>
            <p:cNvPr id="3376" name="Line 75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7" name="Line 75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8" name="Line 75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10" name="Oval 754"/>
          <p:cNvSpPr>
            <a:spLocks noChangeArrowheads="1"/>
          </p:cNvSpPr>
          <p:nvPr/>
        </p:nvSpPr>
        <p:spPr bwMode="auto">
          <a:xfrm>
            <a:off x="7470776" y="3054615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11" name="Line 755"/>
          <p:cNvSpPr>
            <a:spLocks noChangeShapeType="1"/>
          </p:cNvSpPr>
          <p:nvPr/>
        </p:nvSpPr>
        <p:spPr bwMode="auto">
          <a:xfrm>
            <a:off x="7470775" y="3048000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2" name="Line 756"/>
          <p:cNvSpPr>
            <a:spLocks noChangeShapeType="1"/>
          </p:cNvSpPr>
          <p:nvPr/>
        </p:nvSpPr>
        <p:spPr bwMode="auto">
          <a:xfrm>
            <a:off x="7829550" y="3048000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3" name="Rectangle 757"/>
          <p:cNvSpPr>
            <a:spLocks noChangeArrowheads="1"/>
          </p:cNvSpPr>
          <p:nvPr/>
        </p:nvSpPr>
        <p:spPr bwMode="auto">
          <a:xfrm>
            <a:off x="7470775" y="3048000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3114" name="Oval 758"/>
          <p:cNvSpPr>
            <a:spLocks noChangeArrowheads="1"/>
          </p:cNvSpPr>
          <p:nvPr/>
        </p:nvSpPr>
        <p:spPr bwMode="auto">
          <a:xfrm>
            <a:off x="7467601" y="2991115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15" name="Group 759"/>
          <p:cNvGrpSpPr>
            <a:grpSpLocks/>
          </p:cNvGrpSpPr>
          <p:nvPr/>
        </p:nvGrpSpPr>
        <p:grpSpPr bwMode="auto">
          <a:xfrm>
            <a:off x="7553325" y="3010958"/>
            <a:ext cx="179388" cy="54240"/>
            <a:chOff x="2848" y="848"/>
            <a:chExt cx="140" cy="98"/>
          </a:xfrm>
        </p:grpSpPr>
        <p:sp>
          <p:nvSpPr>
            <p:cNvPr id="3373" name="Line 76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4" name="Line 76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5" name="Line 76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16" name="Group 763"/>
          <p:cNvGrpSpPr>
            <a:grpSpLocks/>
          </p:cNvGrpSpPr>
          <p:nvPr/>
        </p:nvGrpSpPr>
        <p:grpSpPr bwMode="auto">
          <a:xfrm flipV="1">
            <a:off x="7553325" y="3010958"/>
            <a:ext cx="179388" cy="54240"/>
            <a:chOff x="2848" y="848"/>
            <a:chExt cx="140" cy="98"/>
          </a:xfrm>
        </p:grpSpPr>
        <p:sp>
          <p:nvSpPr>
            <p:cNvPr id="3370" name="Line 76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1" name="Line 76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2" name="Line 76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17" name="Oval 767"/>
          <p:cNvSpPr>
            <a:spLocks noChangeArrowheads="1"/>
          </p:cNvSpPr>
          <p:nvPr/>
        </p:nvSpPr>
        <p:spPr bwMode="auto">
          <a:xfrm>
            <a:off x="6935788" y="2086240"/>
            <a:ext cx="347662" cy="74083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18" name="Line 768"/>
          <p:cNvSpPr>
            <a:spLocks noChangeShapeType="1"/>
          </p:cNvSpPr>
          <p:nvPr/>
        </p:nvSpPr>
        <p:spPr bwMode="auto">
          <a:xfrm>
            <a:off x="6935788" y="2079625"/>
            <a:ext cx="0" cy="46303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9" name="Line 769"/>
          <p:cNvSpPr>
            <a:spLocks noChangeShapeType="1"/>
          </p:cNvSpPr>
          <p:nvPr/>
        </p:nvSpPr>
        <p:spPr bwMode="auto">
          <a:xfrm>
            <a:off x="7283450" y="2079625"/>
            <a:ext cx="0" cy="46303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0" name="Rectangle 770"/>
          <p:cNvSpPr>
            <a:spLocks noChangeArrowheads="1"/>
          </p:cNvSpPr>
          <p:nvPr/>
        </p:nvSpPr>
        <p:spPr bwMode="auto">
          <a:xfrm>
            <a:off x="6935789" y="2079626"/>
            <a:ext cx="344487" cy="44979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3121" name="Oval 771"/>
          <p:cNvSpPr>
            <a:spLocks noChangeArrowheads="1"/>
          </p:cNvSpPr>
          <p:nvPr/>
        </p:nvSpPr>
        <p:spPr bwMode="auto">
          <a:xfrm>
            <a:off x="6932613" y="2026708"/>
            <a:ext cx="347662" cy="8599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22" name="Group 772"/>
          <p:cNvGrpSpPr>
            <a:grpSpLocks/>
          </p:cNvGrpSpPr>
          <p:nvPr/>
        </p:nvGrpSpPr>
        <p:grpSpPr bwMode="auto">
          <a:xfrm>
            <a:off x="7016750" y="2045230"/>
            <a:ext cx="171450" cy="51594"/>
            <a:chOff x="2848" y="848"/>
            <a:chExt cx="140" cy="98"/>
          </a:xfrm>
        </p:grpSpPr>
        <p:sp>
          <p:nvSpPr>
            <p:cNvPr id="3367" name="Line 77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8" name="Line 77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9" name="Line 77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23" name="Group 776"/>
          <p:cNvGrpSpPr>
            <a:grpSpLocks/>
          </p:cNvGrpSpPr>
          <p:nvPr/>
        </p:nvGrpSpPr>
        <p:grpSpPr bwMode="auto">
          <a:xfrm flipV="1">
            <a:off x="7016750" y="2045230"/>
            <a:ext cx="171450" cy="50271"/>
            <a:chOff x="2848" y="848"/>
            <a:chExt cx="140" cy="98"/>
          </a:xfrm>
        </p:grpSpPr>
        <p:sp>
          <p:nvSpPr>
            <p:cNvPr id="3364" name="Line 77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5" name="Line 77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6" name="Line 77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24" name="Oval 780"/>
          <p:cNvSpPr>
            <a:spLocks noChangeArrowheads="1"/>
          </p:cNvSpPr>
          <p:nvPr/>
        </p:nvSpPr>
        <p:spPr bwMode="auto">
          <a:xfrm>
            <a:off x="6934201" y="2303198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25" name="Line 781"/>
          <p:cNvSpPr>
            <a:spLocks noChangeShapeType="1"/>
          </p:cNvSpPr>
          <p:nvPr/>
        </p:nvSpPr>
        <p:spPr bwMode="auto">
          <a:xfrm>
            <a:off x="6934200" y="2296584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6" name="Line 782"/>
          <p:cNvSpPr>
            <a:spLocks noChangeShapeType="1"/>
          </p:cNvSpPr>
          <p:nvPr/>
        </p:nvSpPr>
        <p:spPr bwMode="auto">
          <a:xfrm>
            <a:off x="7292975" y="2296584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7" name="Rectangle 783"/>
          <p:cNvSpPr>
            <a:spLocks noChangeArrowheads="1"/>
          </p:cNvSpPr>
          <p:nvPr/>
        </p:nvSpPr>
        <p:spPr bwMode="auto">
          <a:xfrm>
            <a:off x="6934200" y="2296584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3128" name="Oval 784"/>
          <p:cNvSpPr>
            <a:spLocks noChangeArrowheads="1"/>
          </p:cNvSpPr>
          <p:nvPr/>
        </p:nvSpPr>
        <p:spPr bwMode="auto">
          <a:xfrm>
            <a:off x="6931026" y="2239699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29" name="Group 785"/>
          <p:cNvGrpSpPr>
            <a:grpSpLocks/>
          </p:cNvGrpSpPr>
          <p:nvPr/>
        </p:nvGrpSpPr>
        <p:grpSpPr bwMode="auto">
          <a:xfrm>
            <a:off x="7016750" y="2259542"/>
            <a:ext cx="179388" cy="54240"/>
            <a:chOff x="2848" y="848"/>
            <a:chExt cx="140" cy="98"/>
          </a:xfrm>
        </p:grpSpPr>
        <p:sp>
          <p:nvSpPr>
            <p:cNvPr id="3361" name="Line 78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2" name="Line 78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3" name="Line 78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30" name="Group 789"/>
          <p:cNvGrpSpPr>
            <a:grpSpLocks/>
          </p:cNvGrpSpPr>
          <p:nvPr/>
        </p:nvGrpSpPr>
        <p:grpSpPr bwMode="auto">
          <a:xfrm flipV="1">
            <a:off x="7016750" y="2259542"/>
            <a:ext cx="179388" cy="54240"/>
            <a:chOff x="2848" y="848"/>
            <a:chExt cx="140" cy="98"/>
          </a:xfrm>
        </p:grpSpPr>
        <p:sp>
          <p:nvSpPr>
            <p:cNvPr id="3358" name="Line 79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9" name="Line 79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0" name="Line 79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31" name="Oval 793"/>
          <p:cNvSpPr>
            <a:spLocks noChangeArrowheads="1"/>
          </p:cNvSpPr>
          <p:nvPr/>
        </p:nvSpPr>
        <p:spPr bwMode="auto">
          <a:xfrm>
            <a:off x="7410450" y="2004219"/>
            <a:ext cx="330200" cy="7143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32" name="Line 794"/>
          <p:cNvSpPr>
            <a:spLocks noChangeShapeType="1"/>
          </p:cNvSpPr>
          <p:nvPr/>
        </p:nvSpPr>
        <p:spPr bwMode="auto">
          <a:xfrm>
            <a:off x="7410450" y="1998928"/>
            <a:ext cx="0" cy="43656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3" name="Line 795"/>
          <p:cNvSpPr>
            <a:spLocks noChangeShapeType="1"/>
          </p:cNvSpPr>
          <p:nvPr/>
        </p:nvSpPr>
        <p:spPr bwMode="auto">
          <a:xfrm>
            <a:off x="7740650" y="1998928"/>
            <a:ext cx="0" cy="43656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4" name="Rectangle 796"/>
          <p:cNvSpPr>
            <a:spLocks noChangeArrowheads="1"/>
          </p:cNvSpPr>
          <p:nvPr/>
        </p:nvSpPr>
        <p:spPr bwMode="auto">
          <a:xfrm>
            <a:off x="7410451" y="1998928"/>
            <a:ext cx="327025" cy="43656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3135" name="Oval 797"/>
          <p:cNvSpPr>
            <a:spLocks noChangeArrowheads="1"/>
          </p:cNvSpPr>
          <p:nvPr/>
        </p:nvSpPr>
        <p:spPr bwMode="auto">
          <a:xfrm>
            <a:off x="7407275" y="1947334"/>
            <a:ext cx="330200" cy="8334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36" name="Group 798"/>
          <p:cNvGrpSpPr>
            <a:grpSpLocks/>
          </p:cNvGrpSpPr>
          <p:nvPr/>
        </p:nvGrpSpPr>
        <p:grpSpPr bwMode="auto">
          <a:xfrm>
            <a:off x="7486651" y="1965854"/>
            <a:ext cx="163513" cy="47625"/>
            <a:chOff x="2848" y="848"/>
            <a:chExt cx="140" cy="98"/>
          </a:xfrm>
        </p:grpSpPr>
        <p:sp>
          <p:nvSpPr>
            <p:cNvPr id="3355" name="Line 79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6" name="Line 80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7" name="Line 80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37" name="Group 802"/>
          <p:cNvGrpSpPr>
            <a:grpSpLocks/>
          </p:cNvGrpSpPr>
          <p:nvPr/>
        </p:nvGrpSpPr>
        <p:grpSpPr bwMode="auto">
          <a:xfrm flipV="1">
            <a:off x="7486651" y="1964532"/>
            <a:ext cx="163513" cy="48948"/>
            <a:chOff x="2848" y="848"/>
            <a:chExt cx="140" cy="98"/>
          </a:xfrm>
        </p:grpSpPr>
        <p:sp>
          <p:nvSpPr>
            <p:cNvPr id="3352" name="Line 80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3" name="Line 80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4" name="Line 80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38" name="Oval 806"/>
          <p:cNvSpPr>
            <a:spLocks noChangeArrowheads="1"/>
          </p:cNvSpPr>
          <p:nvPr/>
        </p:nvSpPr>
        <p:spPr bwMode="auto">
          <a:xfrm>
            <a:off x="7496176" y="2303198"/>
            <a:ext cx="358775" cy="7937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39" name="Line 807"/>
          <p:cNvSpPr>
            <a:spLocks noChangeShapeType="1"/>
          </p:cNvSpPr>
          <p:nvPr/>
        </p:nvSpPr>
        <p:spPr bwMode="auto">
          <a:xfrm>
            <a:off x="7496175" y="2296584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0" name="Line 808"/>
          <p:cNvSpPr>
            <a:spLocks noChangeShapeType="1"/>
          </p:cNvSpPr>
          <p:nvPr/>
        </p:nvSpPr>
        <p:spPr bwMode="auto">
          <a:xfrm>
            <a:off x="7854950" y="2296584"/>
            <a:ext cx="0" cy="4894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1" name="Rectangle 809"/>
          <p:cNvSpPr>
            <a:spLocks noChangeArrowheads="1"/>
          </p:cNvSpPr>
          <p:nvPr/>
        </p:nvSpPr>
        <p:spPr bwMode="auto">
          <a:xfrm>
            <a:off x="7496175" y="2296584"/>
            <a:ext cx="355600" cy="4894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3142" name="Oval 810"/>
          <p:cNvSpPr>
            <a:spLocks noChangeArrowheads="1"/>
          </p:cNvSpPr>
          <p:nvPr/>
        </p:nvSpPr>
        <p:spPr bwMode="auto">
          <a:xfrm>
            <a:off x="7493001" y="2239699"/>
            <a:ext cx="358775" cy="92604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43" name="Group 811"/>
          <p:cNvGrpSpPr>
            <a:grpSpLocks/>
          </p:cNvGrpSpPr>
          <p:nvPr/>
        </p:nvGrpSpPr>
        <p:grpSpPr bwMode="auto">
          <a:xfrm>
            <a:off x="7578725" y="2259542"/>
            <a:ext cx="179388" cy="54240"/>
            <a:chOff x="2848" y="848"/>
            <a:chExt cx="140" cy="98"/>
          </a:xfrm>
        </p:grpSpPr>
        <p:sp>
          <p:nvSpPr>
            <p:cNvPr id="3349" name="Line 81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0" name="Line 81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1" name="Line 81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44" name="Group 815"/>
          <p:cNvGrpSpPr>
            <a:grpSpLocks/>
          </p:cNvGrpSpPr>
          <p:nvPr/>
        </p:nvGrpSpPr>
        <p:grpSpPr bwMode="auto">
          <a:xfrm flipV="1">
            <a:off x="7578725" y="2259542"/>
            <a:ext cx="179388" cy="54240"/>
            <a:chOff x="2848" y="848"/>
            <a:chExt cx="140" cy="98"/>
          </a:xfrm>
        </p:grpSpPr>
        <p:sp>
          <p:nvSpPr>
            <p:cNvPr id="3346" name="Line 81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7" name="Line 81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8" name="Line 81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45" name="Oval 819"/>
          <p:cNvSpPr>
            <a:spLocks noChangeArrowheads="1"/>
          </p:cNvSpPr>
          <p:nvPr/>
        </p:nvSpPr>
        <p:spPr bwMode="auto">
          <a:xfrm>
            <a:off x="6086476" y="2082271"/>
            <a:ext cx="346075" cy="72761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46" name="Line 820"/>
          <p:cNvSpPr>
            <a:spLocks noChangeShapeType="1"/>
          </p:cNvSpPr>
          <p:nvPr/>
        </p:nvSpPr>
        <p:spPr bwMode="auto">
          <a:xfrm>
            <a:off x="6086475" y="2075657"/>
            <a:ext cx="0" cy="44979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7" name="Line 821"/>
          <p:cNvSpPr>
            <a:spLocks noChangeShapeType="1"/>
          </p:cNvSpPr>
          <p:nvPr/>
        </p:nvSpPr>
        <p:spPr bwMode="auto">
          <a:xfrm>
            <a:off x="6432550" y="2075657"/>
            <a:ext cx="0" cy="44979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8" name="Rectangle 822"/>
          <p:cNvSpPr>
            <a:spLocks noChangeArrowheads="1"/>
          </p:cNvSpPr>
          <p:nvPr/>
        </p:nvSpPr>
        <p:spPr bwMode="auto">
          <a:xfrm>
            <a:off x="6086475" y="2075657"/>
            <a:ext cx="342900" cy="44979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3149" name="Oval 823"/>
          <p:cNvSpPr>
            <a:spLocks noChangeArrowheads="1"/>
          </p:cNvSpPr>
          <p:nvPr/>
        </p:nvSpPr>
        <p:spPr bwMode="auto">
          <a:xfrm>
            <a:off x="6083301" y="2022741"/>
            <a:ext cx="346075" cy="85989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50" name="Group 824"/>
          <p:cNvGrpSpPr>
            <a:grpSpLocks/>
          </p:cNvGrpSpPr>
          <p:nvPr/>
        </p:nvGrpSpPr>
        <p:grpSpPr bwMode="auto">
          <a:xfrm>
            <a:off x="6167438" y="2041261"/>
            <a:ext cx="171450" cy="50271"/>
            <a:chOff x="2848" y="848"/>
            <a:chExt cx="140" cy="98"/>
          </a:xfrm>
        </p:grpSpPr>
        <p:sp>
          <p:nvSpPr>
            <p:cNvPr id="3343" name="Line 82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4" name="Line 82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5" name="Line 82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51" name="Group 828"/>
          <p:cNvGrpSpPr>
            <a:grpSpLocks/>
          </p:cNvGrpSpPr>
          <p:nvPr/>
        </p:nvGrpSpPr>
        <p:grpSpPr bwMode="auto">
          <a:xfrm flipV="1">
            <a:off x="6167438" y="2041261"/>
            <a:ext cx="171450" cy="48948"/>
            <a:chOff x="2848" y="848"/>
            <a:chExt cx="140" cy="98"/>
          </a:xfrm>
        </p:grpSpPr>
        <p:sp>
          <p:nvSpPr>
            <p:cNvPr id="3340" name="Line 82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1" name="Line 83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2" name="Line 83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52" name="Oval 832"/>
          <p:cNvSpPr>
            <a:spLocks noChangeArrowheads="1"/>
          </p:cNvSpPr>
          <p:nvPr/>
        </p:nvSpPr>
        <p:spPr bwMode="auto">
          <a:xfrm>
            <a:off x="5780089" y="3040063"/>
            <a:ext cx="346075" cy="72761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53" name="Line 833"/>
          <p:cNvSpPr>
            <a:spLocks noChangeShapeType="1"/>
          </p:cNvSpPr>
          <p:nvPr/>
        </p:nvSpPr>
        <p:spPr bwMode="auto">
          <a:xfrm>
            <a:off x="5780088" y="3033449"/>
            <a:ext cx="0" cy="44979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4" name="Line 834"/>
          <p:cNvSpPr>
            <a:spLocks noChangeShapeType="1"/>
          </p:cNvSpPr>
          <p:nvPr/>
        </p:nvSpPr>
        <p:spPr bwMode="auto">
          <a:xfrm>
            <a:off x="6126163" y="3033449"/>
            <a:ext cx="0" cy="44979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5" name="Rectangle 835"/>
          <p:cNvSpPr>
            <a:spLocks noChangeArrowheads="1"/>
          </p:cNvSpPr>
          <p:nvPr/>
        </p:nvSpPr>
        <p:spPr bwMode="auto">
          <a:xfrm>
            <a:off x="5780088" y="3033449"/>
            <a:ext cx="342900" cy="44979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>
              <a:latin typeface="Times New Roman" pitchFamily="18" charset="0"/>
            </a:endParaRPr>
          </a:p>
        </p:txBody>
      </p:sp>
      <p:sp>
        <p:nvSpPr>
          <p:cNvPr id="3156" name="Oval 836"/>
          <p:cNvSpPr>
            <a:spLocks noChangeArrowheads="1"/>
          </p:cNvSpPr>
          <p:nvPr/>
        </p:nvSpPr>
        <p:spPr bwMode="auto">
          <a:xfrm>
            <a:off x="5776914" y="2980532"/>
            <a:ext cx="346075" cy="85989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57" name="Group 837"/>
          <p:cNvGrpSpPr>
            <a:grpSpLocks/>
          </p:cNvGrpSpPr>
          <p:nvPr/>
        </p:nvGrpSpPr>
        <p:grpSpPr bwMode="auto">
          <a:xfrm>
            <a:off x="5861050" y="2999053"/>
            <a:ext cx="171450" cy="50271"/>
            <a:chOff x="2848" y="848"/>
            <a:chExt cx="140" cy="98"/>
          </a:xfrm>
        </p:grpSpPr>
        <p:sp>
          <p:nvSpPr>
            <p:cNvPr id="3337" name="Line 83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38" name="Line 83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39" name="Line 84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58" name="Group 841"/>
          <p:cNvGrpSpPr>
            <a:grpSpLocks/>
          </p:cNvGrpSpPr>
          <p:nvPr/>
        </p:nvGrpSpPr>
        <p:grpSpPr bwMode="auto">
          <a:xfrm flipV="1">
            <a:off x="5861050" y="2999053"/>
            <a:ext cx="171450" cy="48948"/>
            <a:chOff x="2848" y="848"/>
            <a:chExt cx="140" cy="98"/>
          </a:xfrm>
        </p:grpSpPr>
        <p:sp>
          <p:nvSpPr>
            <p:cNvPr id="3334" name="Line 84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35" name="Line 84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36" name="Line 84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59" name="Line 845"/>
          <p:cNvSpPr>
            <a:spLocks noChangeShapeType="1"/>
          </p:cNvSpPr>
          <p:nvPr/>
        </p:nvSpPr>
        <p:spPr bwMode="auto">
          <a:xfrm flipV="1">
            <a:off x="6978651" y="3337719"/>
            <a:ext cx="227013" cy="36380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0" name="Line 846"/>
          <p:cNvSpPr>
            <a:spLocks noChangeShapeType="1"/>
          </p:cNvSpPr>
          <p:nvPr/>
        </p:nvSpPr>
        <p:spPr bwMode="auto">
          <a:xfrm>
            <a:off x="7102476" y="3119437"/>
            <a:ext cx="163513" cy="10054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1" name="Line 847"/>
          <p:cNvSpPr>
            <a:spLocks noChangeShapeType="1"/>
          </p:cNvSpPr>
          <p:nvPr/>
        </p:nvSpPr>
        <p:spPr bwMode="auto">
          <a:xfrm>
            <a:off x="7199313" y="3053292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2" name="Line 848"/>
          <p:cNvSpPr>
            <a:spLocks noChangeShapeType="1"/>
          </p:cNvSpPr>
          <p:nvPr/>
        </p:nvSpPr>
        <p:spPr bwMode="auto">
          <a:xfrm flipV="1">
            <a:off x="7435850" y="3124729"/>
            <a:ext cx="134938" cy="873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3" name="Line 849"/>
          <p:cNvSpPr>
            <a:spLocks noChangeShapeType="1"/>
          </p:cNvSpPr>
          <p:nvPr/>
        </p:nvSpPr>
        <p:spPr bwMode="auto">
          <a:xfrm>
            <a:off x="6134100" y="3058583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4" name="Line 850"/>
          <p:cNvSpPr>
            <a:spLocks noChangeShapeType="1"/>
          </p:cNvSpPr>
          <p:nvPr/>
        </p:nvSpPr>
        <p:spPr bwMode="auto">
          <a:xfrm>
            <a:off x="6429375" y="2098146"/>
            <a:ext cx="509588" cy="2646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5" name="Line 851"/>
          <p:cNvSpPr>
            <a:spLocks noChangeShapeType="1"/>
          </p:cNvSpPr>
          <p:nvPr/>
        </p:nvSpPr>
        <p:spPr bwMode="auto">
          <a:xfrm>
            <a:off x="5995988" y="1955271"/>
            <a:ext cx="152400" cy="6879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6" name="Freeform 852"/>
          <p:cNvSpPr>
            <a:spLocks/>
          </p:cNvSpPr>
          <p:nvPr/>
        </p:nvSpPr>
        <p:spPr bwMode="auto">
          <a:xfrm>
            <a:off x="5316539" y="3627438"/>
            <a:ext cx="2979737" cy="1213115"/>
          </a:xfrm>
          <a:custGeom>
            <a:avLst/>
            <a:gdLst>
              <a:gd name="T0" fmla="*/ 889 w 1877"/>
              <a:gd name="T1" fmla="*/ 23 h 917"/>
              <a:gd name="T2" fmla="*/ 692 w 1877"/>
              <a:gd name="T3" fmla="*/ 109 h 917"/>
              <a:gd name="T4" fmla="*/ 415 w 1877"/>
              <a:gd name="T5" fmla="*/ 91 h 917"/>
              <a:gd name="T6" fmla="*/ 112 w 1877"/>
              <a:gd name="T7" fmla="*/ 170 h 917"/>
              <a:gd name="T8" fmla="*/ 50 w 1877"/>
              <a:gd name="T9" fmla="*/ 353 h 917"/>
              <a:gd name="T10" fmla="*/ 14 w 1877"/>
              <a:gd name="T11" fmla="*/ 528 h 917"/>
              <a:gd name="T12" fmla="*/ 139 w 1877"/>
              <a:gd name="T13" fmla="*/ 650 h 917"/>
              <a:gd name="T14" fmla="*/ 505 w 1877"/>
              <a:gd name="T15" fmla="*/ 781 h 917"/>
              <a:gd name="T16" fmla="*/ 933 w 1877"/>
              <a:gd name="T17" fmla="*/ 886 h 917"/>
              <a:gd name="T18" fmla="*/ 1370 w 1877"/>
              <a:gd name="T19" fmla="*/ 901 h 917"/>
              <a:gd name="T20" fmla="*/ 1676 w 1877"/>
              <a:gd name="T21" fmla="*/ 793 h 917"/>
              <a:gd name="T22" fmla="*/ 1860 w 1877"/>
              <a:gd name="T23" fmla="*/ 624 h 917"/>
              <a:gd name="T24" fmla="*/ 1776 w 1877"/>
              <a:gd name="T25" fmla="*/ 219 h 917"/>
              <a:gd name="T26" fmla="*/ 1503 w 1877"/>
              <a:gd name="T27" fmla="*/ 100 h 917"/>
              <a:gd name="T28" fmla="*/ 1200 w 1877"/>
              <a:gd name="T29" fmla="*/ 13 h 917"/>
              <a:gd name="T30" fmla="*/ 889 w 1877"/>
              <a:gd name="T31" fmla="*/ 23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7" name="Line 853"/>
          <p:cNvSpPr>
            <a:spLocks noChangeShapeType="1"/>
          </p:cNvSpPr>
          <p:nvPr/>
        </p:nvSpPr>
        <p:spPr bwMode="auto">
          <a:xfrm rot="-5400000">
            <a:off x="7595394" y="4229630"/>
            <a:ext cx="436563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8" name="Line 854"/>
          <p:cNvSpPr>
            <a:spLocks noChangeShapeType="1"/>
          </p:cNvSpPr>
          <p:nvPr/>
        </p:nvSpPr>
        <p:spPr bwMode="auto">
          <a:xfrm rot="5400000" flipV="1">
            <a:off x="7698053" y="4468284"/>
            <a:ext cx="2646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9" name="Line 855"/>
          <p:cNvSpPr>
            <a:spLocks noChangeShapeType="1"/>
          </p:cNvSpPr>
          <p:nvPr/>
        </p:nvSpPr>
        <p:spPr bwMode="auto">
          <a:xfrm rot="-5400000">
            <a:off x="7883525" y="4196028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0" name="Group 856"/>
          <p:cNvGrpSpPr>
            <a:grpSpLocks/>
          </p:cNvGrpSpPr>
          <p:nvPr/>
        </p:nvGrpSpPr>
        <p:grpSpPr bwMode="auto">
          <a:xfrm>
            <a:off x="7462838" y="3963458"/>
            <a:ext cx="501650" cy="195792"/>
            <a:chOff x="4701" y="2996"/>
            <a:chExt cx="316" cy="148"/>
          </a:xfrm>
        </p:grpSpPr>
        <p:sp>
          <p:nvSpPr>
            <p:cNvPr id="3321" name="Oval 857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2" name="Line 858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3" name="Line 859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4" name="Rectangle 860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3325" name="Oval 861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26" name="Group 862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3331" name="Line 86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32" name="Line 86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33" name="Line 86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27" name="Group 866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3328" name="Line 86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29" name="Line 86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30" name="Line 86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171" name="Group 870"/>
          <p:cNvGrpSpPr>
            <a:grpSpLocks/>
          </p:cNvGrpSpPr>
          <p:nvPr/>
        </p:nvGrpSpPr>
        <p:grpSpPr bwMode="auto">
          <a:xfrm>
            <a:off x="6646863" y="3733271"/>
            <a:ext cx="501650" cy="195792"/>
            <a:chOff x="3600" y="219"/>
            <a:chExt cx="360" cy="175"/>
          </a:xfrm>
        </p:grpSpPr>
        <p:sp>
          <p:nvSpPr>
            <p:cNvPr id="3308" name="Oval 87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9" name="Line 87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0" name="Line 87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1" name="Rectangle 87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3312" name="Oval 87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13" name="Group 87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3318" name="Line 87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9" name="Line 87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20" name="Line 87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14" name="Group 88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3315" name="Line 88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6" name="Line 88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" name="Line 88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172" name="Group 884"/>
          <p:cNvGrpSpPr>
            <a:grpSpLocks/>
          </p:cNvGrpSpPr>
          <p:nvPr/>
        </p:nvGrpSpPr>
        <p:grpSpPr bwMode="auto">
          <a:xfrm>
            <a:off x="5981700" y="3987271"/>
            <a:ext cx="501650" cy="195792"/>
            <a:chOff x="3600" y="219"/>
            <a:chExt cx="360" cy="175"/>
          </a:xfrm>
        </p:grpSpPr>
        <p:sp>
          <p:nvSpPr>
            <p:cNvPr id="3295" name="Oval 88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6" name="Line 88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7" name="Line 88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8" name="Rectangle 88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3299" name="Oval 88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00" name="Group 89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3305" name="Line 89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06" name="Line 89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07" name="Line 89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01" name="Group 89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3302" name="Line 89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03" name="Line 89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04" name="Line 89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173" name="Line 898"/>
          <p:cNvSpPr>
            <a:spLocks noChangeShapeType="1"/>
          </p:cNvSpPr>
          <p:nvPr/>
        </p:nvSpPr>
        <p:spPr bwMode="auto">
          <a:xfrm>
            <a:off x="7096126" y="3909219"/>
            <a:ext cx="358775" cy="10054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" name="Line 899"/>
          <p:cNvSpPr>
            <a:spLocks noChangeShapeType="1"/>
          </p:cNvSpPr>
          <p:nvPr/>
        </p:nvSpPr>
        <p:spPr bwMode="auto">
          <a:xfrm flipV="1">
            <a:off x="6443663" y="3919803"/>
            <a:ext cx="277812" cy="91281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" name="Line 900"/>
          <p:cNvSpPr>
            <a:spLocks noChangeShapeType="1"/>
          </p:cNvSpPr>
          <p:nvPr/>
        </p:nvSpPr>
        <p:spPr bwMode="auto">
          <a:xfrm flipV="1">
            <a:off x="6486525" y="4089136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" name="Line 901"/>
          <p:cNvSpPr>
            <a:spLocks noChangeShapeType="1"/>
          </p:cNvSpPr>
          <p:nvPr/>
        </p:nvSpPr>
        <p:spPr bwMode="auto">
          <a:xfrm flipH="1">
            <a:off x="5781675" y="3877469"/>
            <a:ext cx="254000" cy="39158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" name="Line 902"/>
          <p:cNvSpPr>
            <a:spLocks noChangeShapeType="1"/>
          </p:cNvSpPr>
          <p:nvPr/>
        </p:nvSpPr>
        <p:spPr bwMode="auto">
          <a:xfrm>
            <a:off x="5807075" y="3919803"/>
            <a:ext cx="1968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" name="Line 903"/>
          <p:cNvSpPr>
            <a:spLocks noChangeShapeType="1"/>
          </p:cNvSpPr>
          <p:nvPr/>
        </p:nvSpPr>
        <p:spPr bwMode="auto">
          <a:xfrm>
            <a:off x="5667375" y="4200261"/>
            <a:ext cx="1539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" name="Line 904"/>
          <p:cNvSpPr>
            <a:spLocks noChangeShapeType="1"/>
          </p:cNvSpPr>
          <p:nvPr/>
        </p:nvSpPr>
        <p:spPr bwMode="auto">
          <a:xfrm>
            <a:off x="5919789" y="4266407"/>
            <a:ext cx="49053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" name="Line 905"/>
          <p:cNvSpPr>
            <a:spLocks noChangeShapeType="1"/>
          </p:cNvSpPr>
          <p:nvPr/>
        </p:nvSpPr>
        <p:spPr bwMode="auto">
          <a:xfrm flipH="1">
            <a:off x="6159501" y="4189678"/>
            <a:ext cx="53975" cy="714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" name="Line 906"/>
          <p:cNvSpPr>
            <a:spLocks noChangeShapeType="1"/>
          </p:cNvSpPr>
          <p:nvPr/>
        </p:nvSpPr>
        <p:spPr bwMode="auto">
          <a:xfrm>
            <a:off x="5972175" y="4263761"/>
            <a:ext cx="1588" cy="6879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" name="Line 907"/>
          <p:cNvSpPr>
            <a:spLocks noChangeShapeType="1"/>
          </p:cNvSpPr>
          <p:nvPr/>
        </p:nvSpPr>
        <p:spPr bwMode="auto">
          <a:xfrm flipH="1" flipV="1">
            <a:off x="6369050" y="4270375"/>
            <a:ext cx="0" cy="635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" name="Line 908"/>
          <p:cNvSpPr>
            <a:spLocks noChangeShapeType="1"/>
          </p:cNvSpPr>
          <p:nvPr/>
        </p:nvSpPr>
        <p:spPr bwMode="auto">
          <a:xfrm>
            <a:off x="6450014" y="4152636"/>
            <a:ext cx="503237" cy="224896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" name="Line 909"/>
          <p:cNvSpPr>
            <a:spLocks noChangeShapeType="1"/>
          </p:cNvSpPr>
          <p:nvPr/>
        </p:nvSpPr>
        <p:spPr bwMode="auto">
          <a:xfrm>
            <a:off x="5899151" y="4098396"/>
            <a:ext cx="8096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85" name="Group 910"/>
          <p:cNvGrpSpPr>
            <a:grpSpLocks/>
          </p:cNvGrpSpPr>
          <p:nvPr/>
        </p:nvGrpSpPr>
        <p:grpSpPr bwMode="auto">
          <a:xfrm>
            <a:off x="5084763" y="1398323"/>
            <a:ext cx="3021012" cy="3317875"/>
            <a:chOff x="-1203" y="1352"/>
            <a:chExt cx="1903" cy="2508"/>
          </a:xfrm>
        </p:grpSpPr>
        <p:grpSp>
          <p:nvGrpSpPr>
            <p:cNvPr id="3268" name="Group 911"/>
            <p:cNvGrpSpPr>
              <a:grpSpLocks/>
            </p:cNvGrpSpPr>
            <p:nvPr/>
          </p:nvGrpSpPr>
          <p:grpSpPr bwMode="auto">
            <a:xfrm>
              <a:off x="-1203" y="1647"/>
              <a:ext cx="436" cy="114"/>
              <a:chOff x="3072" y="739"/>
              <a:chExt cx="652" cy="146"/>
            </a:xfrm>
          </p:grpSpPr>
          <p:pic>
            <p:nvPicPr>
              <p:cNvPr id="3292" name="Picture 912" descr="lgv_fqmg[1]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93" name="Line 913"/>
              <p:cNvSpPr>
                <a:spLocks noChangeShapeType="1"/>
              </p:cNvSpPr>
              <p:nvPr/>
            </p:nvSpPr>
            <p:spPr bwMode="auto">
              <a:xfrm flipH="1">
                <a:off x="3104" y="784"/>
                <a:ext cx="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4" name="Line 914"/>
              <p:cNvSpPr>
                <a:spLocks noChangeShapeType="1"/>
              </p:cNvSpPr>
              <p:nvPr/>
            </p:nvSpPr>
            <p:spPr bwMode="auto">
              <a:xfrm flipH="1">
                <a:off x="3072" y="7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3269" name="Picture 915" descr="imgyjavg[1]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27" y="1466"/>
              <a:ext cx="23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270" name="Group 916"/>
            <p:cNvGrpSpPr>
              <a:grpSpLocks/>
            </p:cNvGrpSpPr>
            <p:nvPr/>
          </p:nvGrpSpPr>
          <p:grpSpPr bwMode="auto">
            <a:xfrm>
              <a:off x="-546" y="1352"/>
              <a:ext cx="256" cy="269"/>
              <a:chOff x="2870" y="1518"/>
              <a:chExt cx="292" cy="320"/>
            </a:xfrm>
          </p:grpSpPr>
          <p:graphicFrame>
            <p:nvGraphicFramePr>
              <p:cNvPr id="3085" name="Object 917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3" name="Clip" r:id="rId5" imgW="819000" imgH="847800" progId="MS_ClipArt_Gallery.2">
                      <p:embed/>
                    </p:oleObj>
                  </mc:Choice>
                  <mc:Fallback>
                    <p:oleObj name="Clip" r:id="rId5" imgW="819000" imgH="84780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86" name="Object 918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4" name="Clip" r:id="rId7" imgW="1266840" imgH="1200240" progId="MS_ClipArt_Gallery.2">
                      <p:embed/>
                    </p:oleObj>
                  </mc:Choice>
                  <mc:Fallback>
                    <p:oleObj name="Clip" r:id="rId7" imgW="1266840" imgH="120024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271" name="Group 919"/>
            <p:cNvGrpSpPr>
              <a:grpSpLocks/>
            </p:cNvGrpSpPr>
            <p:nvPr/>
          </p:nvGrpSpPr>
          <p:grpSpPr bwMode="auto">
            <a:xfrm>
              <a:off x="-1002" y="2262"/>
              <a:ext cx="209" cy="224"/>
              <a:chOff x="2870" y="1518"/>
              <a:chExt cx="292" cy="320"/>
            </a:xfrm>
          </p:grpSpPr>
          <p:graphicFrame>
            <p:nvGraphicFramePr>
              <p:cNvPr id="3083" name="Object 920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5" name="Clip" r:id="rId9" imgW="819000" imgH="847800" progId="MS_ClipArt_Gallery.2">
                      <p:embed/>
                    </p:oleObj>
                  </mc:Choice>
                  <mc:Fallback>
                    <p:oleObj name="Clip" r:id="rId9" imgW="819000" imgH="84780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84" name="Object 921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6" name="Clip" r:id="rId10" imgW="1266840" imgH="1200240" progId="MS_ClipArt_Gallery.2">
                      <p:embed/>
                    </p:oleObj>
                  </mc:Choice>
                  <mc:Fallback>
                    <p:oleObj name="Clip" r:id="rId10" imgW="1266840" imgH="120024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74" name="Object 922"/>
            <p:cNvGraphicFramePr>
              <a:graphicFrameLocks noChangeAspect="1"/>
            </p:cNvGraphicFramePr>
            <p:nvPr/>
          </p:nvGraphicFramePr>
          <p:xfrm>
            <a:off x="-732" y="2289"/>
            <a:ext cx="2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7" name="Clip" r:id="rId11" imgW="1305000" imgH="1085760" progId="MS_ClipArt_Gallery.2">
                    <p:embed/>
                  </p:oleObj>
                </mc:Choice>
                <mc:Fallback>
                  <p:oleObj name="Clip" r:id="rId11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32" y="2289"/>
                          <a:ext cx="207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2" name="Group 923"/>
            <p:cNvGrpSpPr>
              <a:grpSpLocks/>
            </p:cNvGrpSpPr>
            <p:nvPr/>
          </p:nvGrpSpPr>
          <p:grpSpPr bwMode="auto">
            <a:xfrm>
              <a:off x="310" y="3575"/>
              <a:ext cx="125" cy="230"/>
              <a:chOff x="4180" y="783"/>
              <a:chExt cx="150" cy="307"/>
            </a:xfrm>
          </p:grpSpPr>
          <p:sp>
            <p:nvSpPr>
              <p:cNvPr id="3284" name="AutoShape 924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5" name="Rectangle 925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6" name="Rectangle 926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7" name="AutoShape 927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8" name="Line 928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9" name="Line 929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0" name="Rectangle 930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1" name="Rectangle 931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3075" name="Object 932"/>
            <p:cNvGraphicFramePr>
              <a:graphicFrameLocks noChangeAspect="1"/>
            </p:cNvGraphicFramePr>
            <p:nvPr/>
          </p:nvGraphicFramePr>
          <p:xfrm>
            <a:off x="-975" y="33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" name="Clip" r:id="rId13" imgW="1305000" imgH="1085760" progId="MS_ClipArt_Gallery.2">
                    <p:embed/>
                  </p:oleObj>
                </mc:Choice>
                <mc:Fallback>
                  <p:oleObj name="Clip" r:id="rId13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75" y="33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933"/>
            <p:cNvGraphicFramePr>
              <a:graphicFrameLocks noChangeAspect="1"/>
            </p:cNvGraphicFramePr>
            <p:nvPr/>
          </p:nvGraphicFramePr>
          <p:xfrm>
            <a:off x="-871" y="31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9" name="Clip" r:id="rId14" imgW="1305000" imgH="1085760" progId="MS_ClipArt_Gallery.2">
                    <p:embed/>
                  </p:oleObj>
                </mc:Choice>
                <mc:Fallback>
                  <p:oleObj name="Clip" r:id="rId14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71" y="31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" name="Object 934"/>
            <p:cNvGraphicFramePr>
              <a:graphicFrameLocks noChangeAspect="1"/>
            </p:cNvGraphicFramePr>
            <p:nvPr/>
          </p:nvGraphicFramePr>
          <p:xfrm>
            <a:off x="-703" y="354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0" name="Clip" r:id="rId15" imgW="1305000" imgH="1085760" progId="MS_ClipArt_Gallery.2">
                    <p:embed/>
                  </p:oleObj>
                </mc:Choice>
                <mc:Fallback>
                  <p:oleObj name="Clip" r:id="rId15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03" y="354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8" name="Object 935"/>
            <p:cNvGraphicFramePr>
              <a:graphicFrameLocks noChangeAspect="1"/>
            </p:cNvGraphicFramePr>
            <p:nvPr/>
          </p:nvGraphicFramePr>
          <p:xfrm>
            <a:off x="-489" y="3546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1" name="Clip" r:id="rId16" imgW="1305000" imgH="1085760" progId="MS_ClipArt_Gallery.2">
                    <p:embed/>
                  </p:oleObj>
                </mc:Choice>
                <mc:Fallback>
                  <p:oleObj name="Clip" r:id="rId16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89" y="3546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3" name="Group 936"/>
            <p:cNvGrpSpPr>
              <a:grpSpLocks/>
            </p:cNvGrpSpPr>
            <p:nvPr/>
          </p:nvGrpSpPr>
          <p:grpSpPr bwMode="auto">
            <a:xfrm>
              <a:off x="83" y="3625"/>
              <a:ext cx="172" cy="215"/>
              <a:chOff x="2870" y="1518"/>
              <a:chExt cx="292" cy="320"/>
            </a:xfrm>
          </p:grpSpPr>
          <p:graphicFrame>
            <p:nvGraphicFramePr>
              <p:cNvPr id="3081" name="Object 937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2" name="Clip" r:id="rId17" imgW="819000" imgH="847800" progId="MS_ClipArt_Gallery.2">
                      <p:embed/>
                    </p:oleObj>
                  </mc:Choice>
                  <mc:Fallback>
                    <p:oleObj name="Clip" r:id="rId17" imgW="819000" imgH="84780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82" name="Object 938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3" name="Clip" r:id="rId18" imgW="1266840" imgH="1200240" progId="MS_ClipArt_Gallery.2">
                      <p:embed/>
                    </p:oleObj>
                  </mc:Choice>
                  <mc:Fallback>
                    <p:oleObj name="Clip" r:id="rId18" imgW="1266840" imgH="120024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274" name="Group 939"/>
            <p:cNvGrpSpPr>
              <a:grpSpLocks/>
            </p:cNvGrpSpPr>
            <p:nvPr/>
          </p:nvGrpSpPr>
          <p:grpSpPr bwMode="auto">
            <a:xfrm>
              <a:off x="-201" y="3657"/>
              <a:ext cx="220" cy="203"/>
              <a:chOff x="2870" y="1518"/>
              <a:chExt cx="292" cy="320"/>
            </a:xfrm>
          </p:grpSpPr>
          <p:graphicFrame>
            <p:nvGraphicFramePr>
              <p:cNvPr id="3079" name="Object 940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4" name="Clip" r:id="rId19" imgW="819000" imgH="847800" progId="MS_ClipArt_Gallery.2">
                      <p:embed/>
                    </p:oleObj>
                  </mc:Choice>
                  <mc:Fallback>
                    <p:oleObj name="Clip" r:id="rId19" imgW="819000" imgH="84780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80" name="Object 941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5" name="Clip" r:id="rId20" imgW="1266840" imgH="1200240" progId="MS_ClipArt_Gallery.2">
                      <p:embed/>
                    </p:oleObj>
                  </mc:Choice>
                  <mc:Fallback>
                    <p:oleObj name="Clip" r:id="rId20" imgW="1266840" imgH="1200240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275" name="Group 942"/>
            <p:cNvGrpSpPr>
              <a:grpSpLocks/>
            </p:cNvGrpSpPr>
            <p:nvPr/>
          </p:nvGrpSpPr>
          <p:grpSpPr bwMode="auto">
            <a:xfrm>
              <a:off x="569" y="3419"/>
              <a:ext cx="131" cy="258"/>
              <a:chOff x="4180" y="783"/>
              <a:chExt cx="150" cy="307"/>
            </a:xfrm>
          </p:grpSpPr>
          <p:sp>
            <p:nvSpPr>
              <p:cNvPr id="3276" name="AutoShape 943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7" name="Rectangle 944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8" name="Rectangle 945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" name="AutoShape 946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" name="Line 947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1" name="Line 948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2" name="Rectangle 949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3" name="Rectangle 950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186" name="Line 951"/>
          <p:cNvSpPr>
            <a:spLocks noChangeShapeType="1"/>
          </p:cNvSpPr>
          <p:nvPr/>
        </p:nvSpPr>
        <p:spPr bwMode="auto">
          <a:xfrm flipH="1">
            <a:off x="5988051" y="2866761"/>
            <a:ext cx="3175" cy="12038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" name="Line 952"/>
          <p:cNvSpPr>
            <a:spLocks noChangeShapeType="1"/>
          </p:cNvSpPr>
          <p:nvPr/>
        </p:nvSpPr>
        <p:spPr bwMode="auto">
          <a:xfrm flipV="1">
            <a:off x="7285039" y="2018771"/>
            <a:ext cx="123825" cy="72761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" name="Line 953"/>
          <p:cNvSpPr>
            <a:spLocks noChangeShapeType="1"/>
          </p:cNvSpPr>
          <p:nvPr/>
        </p:nvSpPr>
        <p:spPr bwMode="auto">
          <a:xfrm>
            <a:off x="7112000" y="2162969"/>
            <a:ext cx="0" cy="6879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" name="Line 954"/>
          <p:cNvSpPr>
            <a:spLocks noChangeShapeType="1"/>
          </p:cNvSpPr>
          <p:nvPr/>
        </p:nvSpPr>
        <p:spPr bwMode="auto">
          <a:xfrm flipV="1">
            <a:off x="7296151" y="2076980"/>
            <a:ext cx="263525" cy="240771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0" name="Line 955"/>
          <p:cNvSpPr>
            <a:spLocks noChangeShapeType="1"/>
          </p:cNvSpPr>
          <p:nvPr/>
        </p:nvSpPr>
        <p:spPr bwMode="auto">
          <a:xfrm>
            <a:off x="7648575" y="2075657"/>
            <a:ext cx="0" cy="16404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1" name="Line 956"/>
          <p:cNvSpPr>
            <a:spLocks noChangeShapeType="1"/>
          </p:cNvSpPr>
          <p:nvPr/>
        </p:nvSpPr>
        <p:spPr bwMode="auto">
          <a:xfrm>
            <a:off x="7302501" y="2330979"/>
            <a:ext cx="18891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2" name="Line 957"/>
          <p:cNvSpPr>
            <a:spLocks noChangeShapeType="1"/>
          </p:cNvSpPr>
          <p:nvPr/>
        </p:nvSpPr>
        <p:spPr bwMode="auto">
          <a:xfrm flipV="1">
            <a:off x="5597526" y="3053292"/>
            <a:ext cx="168275" cy="2646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3" name="Line 958"/>
          <p:cNvSpPr>
            <a:spLocks noChangeShapeType="1"/>
          </p:cNvSpPr>
          <p:nvPr/>
        </p:nvSpPr>
        <p:spPr bwMode="auto">
          <a:xfrm flipV="1">
            <a:off x="7716839" y="1825626"/>
            <a:ext cx="238125" cy="140229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4" name="Line 959"/>
          <p:cNvSpPr>
            <a:spLocks noChangeShapeType="1"/>
          </p:cNvSpPr>
          <p:nvPr/>
        </p:nvSpPr>
        <p:spPr bwMode="auto">
          <a:xfrm>
            <a:off x="7856538" y="2323042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5" name="Line 960"/>
          <p:cNvSpPr>
            <a:spLocks noChangeShapeType="1"/>
          </p:cNvSpPr>
          <p:nvPr/>
        </p:nvSpPr>
        <p:spPr bwMode="auto">
          <a:xfrm flipH="1">
            <a:off x="7002464" y="2386542"/>
            <a:ext cx="98425" cy="5873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6" name="Line 961"/>
          <p:cNvSpPr>
            <a:spLocks noChangeShapeType="1"/>
          </p:cNvSpPr>
          <p:nvPr/>
        </p:nvSpPr>
        <p:spPr bwMode="auto">
          <a:xfrm flipH="1">
            <a:off x="7593014" y="2386542"/>
            <a:ext cx="111125" cy="605896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97" name="Group 962"/>
          <p:cNvGrpSpPr>
            <a:grpSpLocks/>
          </p:cNvGrpSpPr>
          <p:nvPr/>
        </p:nvGrpSpPr>
        <p:grpSpPr bwMode="auto">
          <a:xfrm>
            <a:off x="6645275" y="3734594"/>
            <a:ext cx="501650" cy="195792"/>
            <a:chOff x="4701" y="2996"/>
            <a:chExt cx="316" cy="148"/>
          </a:xfrm>
        </p:grpSpPr>
        <p:sp>
          <p:nvSpPr>
            <p:cNvPr id="3255" name="Oval 963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56" name="Line 964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57" name="Line 965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58" name="Rectangle 966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3259" name="Oval 967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260" name="Group 968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3265" name="Line 9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66" name="Line 9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67" name="Line 9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61" name="Group 972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3262" name="Line 9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63" name="Line 9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64" name="Line 9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198" name="Group 976"/>
          <p:cNvGrpSpPr>
            <a:grpSpLocks/>
          </p:cNvGrpSpPr>
          <p:nvPr/>
        </p:nvGrpSpPr>
        <p:grpSpPr bwMode="auto">
          <a:xfrm>
            <a:off x="5980113" y="3985948"/>
            <a:ext cx="501650" cy="195792"/>
            <a:chOff x="4701" y="2996"/>
            <a:chExt cx="316" cy="148"/>
          </a:xfrm>
        </p:grpSpPr>
        <p:sp>
          <p:nvSpPr>
            <p:cNvPr id="3242" name="Oval 977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3" name="Line 978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4" name="Line 979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5" name="Rectangle 980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>
                <a:latin typeface="Times New Roman" pitchFamily="18" charset="0"/>
              </a:endParaRPr>
            </a:p>
          </p:txBody>
        </p:sp>
        <p:sp>
          <p:nvSpPr>
            <p:cNvPr id="3246" name="Oval 981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247" name="Group 982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3252" name="Line 98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53" name="Line 98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54" name="Line 98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48" name="Group 986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3249" name="Line 98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50" name="Line 98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51" name="Line 98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199" name="Group 990"/>
          <p:cNvGrpSpPr>
            <a:grpSpLocks/>
          </p:cNvGrpSpPr>
          <p:nvPr/>
        </p:nvGrpSpPr>
        <p:grpSpPr bwMode="auto">
          <a:xfrm>
            <a:off x="6810376" y="4140730"/>
            <a:ext cx="290513" cy="337344"/>
            <a:chOff x="4290" y="3130"/>
            <a:chExt cx="183" cy="255"/>
          </a:xfrm>
        </p:grpSpPr>
        <p:pic>
          <p:nvPicPr>
            <p:cNvPr id="3224" name="Picture 991" descr="31u_bnrz[1]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25" name="Freeform 992"/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70 w 199"/>
                <a:gd name="T1" fmla="*/ 29 h 232"/>
                <a:gd name="T2" fmla="*/ 55 w 199"/>
                <a:gd name="T3" fmla="*/ 39 h 232"/>
                <a:gd name="T4" fmla="*/ 42 w 199"/>
                <a:gd name="T5" fmla="*/ 50 h 232"/>
                <a:gd name="T6" fmla="*/ 30 w 199"/>
                <a:gd name="T7" fmla="*/ 63 h 232"/>
                <a:gd name="T8" fmla="*/ 20 w 199"/>
                <a:gd name="T9" fmla="*/ 77 h 232"/>
                <a:gd name="T10" fmla="*/ 12 w 199"/>
                <a:gd name="T11" fmla="*/ 91 h 232"/>
                <a:gd name="T12" fmla="*/ 6 w 199"/>
                <a:gd name="T13" fmla="*/ 108 h 232"/>
                <a:gd name="T14" fmla="*/ 2 w 199"/>
                <a:gd name="T15" fmla="*/ 125 h 232"/>
                <a:gd name="T16" fmla="*/ 0 w 199"/>
                <a:gd name="T17" fmla="*/ 142 h 232"/>
                <a:gd name="T18" fmla="*/ 2 w 199"/>
                <a:gd name="T19" fmla="*/ 166 h 232"/>
                <a:gd name="T20" fmla="*/ 12 w 199"/>
                <a:gd name="T21" fmla="*/ 186 h 232"/>
                <a:gd name="T22" fmla="*/ 26 w 199"/>
                <a:gd name="T23" fmla="*/ 203 h 232"/>
                <a:gd name="T24" fmla="*/ 45 w 199"/>
                <a:gd name="T25" fmla="*/ 216 h 232"/>
                <a:gd name="T26" fmla="*/ 66 w 199"/>
                <a:gd name="T27" fmla="*/ 226 h 232"/>
                <a:gd name="T28" fmla="*/ 88 w 199"/>
                <a:gd name="T29" fmla="*/ 230 h 232"/>
                <a:gd name="T30" fmla="*/ 111 w 199"/>
                <a:gd name="T31" fmla="*/ 232 h 232"/>
                <a:gd name="T32" fmla="*/ 134 w 199"/>
                <a:gd name="T33" fmla="*/ 228 h 232"/>
                <a:gd name="T34" fmla="*/ 138 w 199"/>
                <a:gd name="T35" fmla="*/ 228 h 232"/>
                <a:gd name="T36" fmla="*/ 143 w 199"/>
                <a:gd name="T37" fmla="*/ 226 h 232"/>
                <a:gd name="T38" fmla="*/ 147 w 199"/>
                <a:gd name="T39" fmla="*/ 222 h 232"/>
                <a:gd name="T40" fmla="*/ 148 w 199"/>
                <a:gd name="T41" fmla="*/ 218 h 232"/>
                <a:gd name="T42" fmla="*/ 145 w 199"/>
                <a:gd name="T43" fmla="*/ 212 h 232"/>
                <a:gd name="T44" fmla="*/ 141 w 199"/>
                <a:gd name="T45" fmla="*/ 207 h 232"/>
                <a:gd name="T46" fmla="*/ 135 w 199"/>
                <a:gd name="T47" fmla="*/ 203 h 232"/>
                <a:gd name="T48" fmla="*/ 129 w 199"/>
                <a:gd name="T49" fmla="*/ 201 h 232"/>
                <a:gd name="T50" fmla="*/ 117 w 199"/>
                <a:gd name="T51" fmla="*/ 197 h 232"/>
                <a:gd name="T52" fmla="*/ 105 w 199"/>
                <a:gd name="T53" fmla="*/ 195 h 232"/>
                <a:gd name="T54" fmla="*/ 94 w 199"/>
                <a:gd name="T55" fmla="*/ 193 h 232"/>
                <a:gd name="T56" fmla="*/ 83 w 199"/>
                <a:gd name="T57" fmla="*/ 190 h 232"/>
                <a:gd name="T58" fmla="*/ 73 w 199"/>
                <a:gd name="T59" fmla="*/ 187 h 232"/>
                <a:gd name="T60" fmla="*/ 62 w 199"/>
                <a:gd name="T61" fmla="*/ 182 h 232"/>
                <a:gd name="T62" fmla="*/ 53 w 199"/>
                <a:gd name="T63" fmla="*/ 176 h 232"/>
                <a:gd name="T64" fmla="*/ 43 w 199"/>
                <a:gd name="T65" fmla="*/ 167 h 232"/>
                <a:gd name="T66" fmla="*/ 40 w 199"/>
                <a:gd name="T67" fmla="*/ 128 h 232"/>
                <a:gd name="T68" fmla="*/ 49 w 199"/>
                <a:gd name="T69" fmla="*/ 96 h 232"/>
                <a:gd name="T70" fmla="*/ 68 w 199"/>
                <a:gd name="T71" fmla="*/ 71 h 232"/>
                <a:gd name="T72" fmla="*/ 94 w 199"/>
                <a:gd name="T73" fmla="*/ 50 h 232"/>
                <a:gd name="T74" fmla="*/ 122 w 199"/>
                <a:gd name="T75" fmla="*/ 34 h 232"/>
                <a:gd name="T76" fmla="*/ 151 w 199"/>
                <a:gd name="T77" fmla="*/ 21 h 232"/>
                <a:gd name="T78" fmla="*/ 178 w 199"/>
                <a:gd name="T79" fmla="*/ 12 h 232"/>
                <a:gd name="T80" fmla="*/ 199 w 199"/>
                <a:gd name="T81" fmla="*/ 4 h 232"/>
                <a:gd name="T82" fmla="*/ 186 w 199"/>
                <a:gd name="T83" fmla="*/ 1 h 232"/>
                <a:gd name="T84" fmla="*/ 172 w 199"/>
                <a:gd name="T85" fmla="*/ 0 h 232"/>
                <a:gd name="T86" fmla="*/ 156 w 199"/>
                <a:gd name="T87" fmla="*/ 2 h 232"/>
                <a:gd name="T88" fmla="*/ 138 w 199"/>
                <a:gd name="T89" fmla="*/ 4 h 232"/>
                <a:gd name="T90" fmla="*/ 121 w 199"/>
                <a:gd name="T91" fmla="*/ 10 h 232"/>
                <a:gd name="T92" fmla="*/ 103 w 199"/>
                <a:gd name="T93" fmla="*/ 16 h 232"/>
                <a:gd name="T94" fmla="*/ 86 w 199"/>
                <a:gd name="T95" fmla="*/ 23 h 232"/>
                <a:gd name="T96" fmla="*/ 70 w 199"/>
                <a:gd name="T97" fmla="*/ 29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6" name="Freeform 993"/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108 w 128"/>
                <a:gd name="T1" fmla="*/ 59 h 180"/>
                <a:gd name="T2" fmla="*/ 113 w 128"/>
                <a:gd name="T3" fmla="*/ 77 h 180"/>
                <a:gd name="T4" fmla="*/ 111 w 128"/>
                <a:gd name="T5" fmla="*/ 94 h 180"/>
                <a:gd name="T6" fmla="*/ 103 w 128"/>
                <a:gd name="T7" fmla="*/ 108 h 180"/>
                <a:gd name="T8" fmla="*/ 91 w 128"/>
                <a:gd name="T9" fmla="*/ 121 h 180"/>
                <a:gd name="T10" fmla="*/ 77 w 128"/>
                <a:gd name="T11" fmla="*/ 132 h 180"/>
                <a:gd name="T12" fmla="*/ 61 w 128"/>
                <a:gd name="T13" fmla="*/ 144 h 180"/>
                <a:gd name="T14" fmla="*/ 45 w 128"/>
                <a:gd name="T15" fmla="*/ 154 h 180"/>
                <a:gd name="T16" fmla="*/ 30 w 128"/>
                <a:gd name="T17" fmla="*/ 164 h 180"/>
                <a:gd name="T18" fmla="*/ 28 w 128"/>
                <a:gd name="T19" fmla="*/ 168 h 180"/>
                <a:gd name="T20" fmla="*/ 27 w 128"/>
                <a:gd name="T21" fmla="*/ 170 h 180"/>
                <a:gd name="T22" fmla="*/ 27 w 128"/>
                <a:gd name="T23" fmla="*/ 174 h 180"/>
                <a:gd name="T24" fmla="*/ 28 w 128"/>
                <a:gd name="T25" fmla="*/ 177 h 180"/>
                <a:gd name="T26" fmla="*/ 32 w 128"/>
                <a:gd name="T27" fmla="*/ 179 h 180"/>
                <a:gd name="T28" fmla="*/ 35 w 128"/>
                <a:gd name="T29" fmla="*/ 180 h 180"/>
                <a:gd name="T30" fmla="*/ 37 w 128"/>
                <a:gd name="T31" fmla="*/ 180 h 180"/>
                <a:gd name="T32" fmla="*/ 41 w 128"/>
                <a:gd name="T33" fmla="*/ 179 h 180"/>
                <a:gd name="T34" fmla="*/ 60 w 128"/>
                <a:gd name="T35" fmla="*/ 169 h 180"/>
                <a:gd name="T36" fmla="*/ 77 w 128"/>
                <a:gd name="T37" fmla="*/ 158 h 180"/>
                <a:gd name="T38" fmla="*/ 94 w 128"/>
                <a:gd name="T39" fmla="*/ 145 h 180"/>
                <a:gd name="T40" fmla="*/ 109 w 128"/>
                <a:gd name="T41" fmla="*/ 130 h 180"/>
                <a:gd name="T42" fmla="*/ 120 w 128"/>
                <a:gd name="T43" fmla="*/ 114 h 180"/>
                <a:gd name="T44" fmla="*/ 127 w 128"/>
                <a:gd name="T45" fmla="*/ 95 h 180"/>
                <a:gd name="T46" fmla="*/ 128 w 128"/>
                <a:gd name="T47" fmla="*/ 76 h 180"/>
                <a:gd name="T48" fmla="*/ 123 w 128"/>
                <a:gd name="T49" fmla="*/ 55 h 180"/>
                <a:gd name="T50" fmla="*/ 113 w 128"/>
                <a:gd name="T51" fmla="*/ 39 h 180"/>
                <a:gd name="T52" fmla="*/ 97 w 128"/>
                <a:gd name="T53" fmla="*/ 25 h 180"/>
                <a:gd name="T54" fmla="*/ 79 w 128"/>
                <a:gd name="T55" fmla="*/ 15 h 180"/>
                <a:gd name="T56" fmla="*/ 57 w 128"/>
                <a:gd name="T57" fmla="*/ 7 h 180"/>
                <a:gd name="T58" fmla="*/ 36 w 128"/>
                <a:gd name="T59" fmla="*/ 2 h 180"/>
                <a:gd name="T60" fmla="*/ 19 w 128"/>
                <a:gd name="T61" fmla="*/ 0 h 180"/>
                <a:gd name="T62" fmla="*/ 6 w 128"/>
                <a:gd name="T63" fmla="*/ 0 h 180"/>
                <a:gd name="T64" fmla="*/ 0 w 128"/>
                <a:gd name="T65" fmla="*/ 4 h 180"/>
                <a:gd name="T66" fmla="*/ 14 w 128"/>
                <a:gd name="T67" fmla="*/ 9 h 180"/>
                <a:gd name="T68" fmla="*/ 29 w 128"/>
                <a:gd name="T69" fmla="*/ 14 h 180"/>
                <a:gd name="T70" fmla="*/ 46 w 128"/>
                <a:gd name="T71" fmla="*/ 19 h 180"/>
                <a:gd name="T72" fmla="*/ 61 w 128"/>
                <a:gd name="T73" fmla="*/ 23 h 180"/>
                <a:gd name="T74" fmla="*/ 76 w 128"/>
                <a:gd name="T75" fmla="*/ 29 h 180"/>
                <a:gd name="T76" fmla="*/ 89 w 128"/>
                <a:gd name="T77" fmla="*/ 37 h 180"/>
                <a:gd name="T78" fmla="*/ 100 w 128"/>
                <a:gd name="T79" fmla="*/ 46 h 180"/>
                <a:gd name="T80" fmla="*/ 108 w 128"/>
                <a:gd name="T81" fmla="*/ 59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7" name="Freeform 994"/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100 w 322"/>
                <a:gd name="T1" fmla="*/ 70 h 378"/>
                <a:gd name="T2" fmla="*/ 53 w 322"/>
                <a:gd name="T3" fmla="*/ 115 h 378"/>
                <a:gd name="T4" fmla="*/ 17 w 322"/>
                <a:gd name="T5" fmla="*/ 166 h 378"/>
                <a:gd name="T6" fmla="*/ 0 w 322"/>
                <a:gd name="T7" fmla="*/ 226 h 378"/>
                <a:gd name="T8" fmla="*/ 3 w 322"/>
                <a:gd name="T9" fmla="*/ 266 h 378"/>
                <a:gd name="T10" fmla="*/ 9 w 322"/>
                <a:gd name="T11" fmla="*/ 282 h 378"/>
                <a:gd name="T12" fmla="*/ 19 w 322"/>
                <a:gd name="T13" fmla="*/ 297 h 378"/>
                <a:gd name="T14" fmla="*/ 32 w 322"/>
                <a:gd name="T15" fmla="*/ 310 h 378"/>
                <a:gd name="T16" fmla="*/ 56 w 322"/>
                <a:gd name="T17" fmla="*/ 324 h 378"/>
                <a:gd name="T18" fmla="*/ 86 w 322"/>
                <a:gd name="T19" fmla="*/ 338 h 378"/>
                <a:gd name="T20" fmla="*/ 119 w 322"/>
                <a:gd name="T21" fmla="*/ 350 h 378"/>
                <a:gd name="T22" fmla="*/ 152 w 322"/>
                <a:gd name="T23" fmla="*/ 359 h 378"/>
                <a:gd name="T24" fmla="*/ 186 w 322"/>
                <a:gd name="T25" fmla="*/ 366 h 378"/>
                <a:gd name="T26" fmla="*/ 220 w 322"/>
                <a:gd name="T27" fmla="*/ 371 h 378"/>
                <a:gd name="T28" fmla="*/ 254 w 322"/>
                <a:gd name="T29" fmla="*/ 374 h 378"/>
                <a:gd name="T30" fmla="*/ 289 w 322"/>
                <a:gd name="T31" fmla="*/ 376 h 378"/>
                <a:gd name="T32" fmla="*/ 311 w 322"/>
                <a:gd name="T33" fmla="*/ 378 h 378"/>
                <a:gd name="T34" fmla="*/ 320 w 322"/>
                <a:gd name="T35" fmla="*/ 371 h 378"/>
                <a:gd name="T36" fmla="*/ 322 w 322"/>
                <a:gd name="T37" fmla="*/ 360 h 378"/>
                <a:gd name="T38" fmla="*/ 315 w 322"/>
                <a:gd name="T39" fmla="*/ 352 h 378"/>
                <a:gd name="T40" fmla="*/ 294 w 322"/>
                <a:gd name="T41" fmla="*/ 347 h 378"/>
                <a:gd name="T42" fmla="*/ 263 w 322"/>
                <a:gd name="T43" fmla="*/ 341 h 378"/>
                <a:gd name="T44" fmla="*/ 232 w 322"/>
                <a:gd name="T45" fmla="*/ 336 h 378"/>
                <a:gd name="T46" fmla="*/ 200 w 322"/>
                <a:gd name="T47" fmla="*/ 332 h 378"/>
                <a:gd name="T48" fmla="*/ 170 w 322"/>
                <a:gd name="T49" fmla="*/ 326 h 378"/>
                <a:gd name="T50" fmla="*/ 139 w 322"/>
                <a:gd name="T51" fmla="*/ 318 h 378"/>
                <a:gd name="T52" fmla="*/ 110 w 322"/>
                <a:gd name="T53" fmla="*/ 309 h 378"/>
                <a:gd name="T54" fmla="*/ 80 w 322"/>
                <a:gd name="T55" fmla="*/ 297 h 378"/>
                <a:gd name="T56" fmla="*/ 55 w 322"/>
                <a:gd name="T57" fmla="*/ 281 h 378"/>
                <a:gd name="T58" fmla="*/ 38 w 322"/>
                <a:gd name="T59" fmla="*/ 259 h 378"/>
                <a:gd name="T60" fmla="*/ 34 w 322"/>
                <a:gd name="T61" fmla="*/ 232 h 378"/>
                <a:gd name="T62" fmla="*/ 38 w 322"/>
                <a:gd name="T63" fmla="*/ 200 h 378"/>
                <a:gd name="T64" fmla="*/ 51 w 322"/>
                <a:gd name="T65" fmla="*/ 170 h 378"/>
                <a:gd name="T66" fmla="*/ 71 w 322"/>
                <a:gd name="T67" fmla="*/ 137 h 378"/>
                <a:gd name="T68" fmla="*/ 94 w 322"/>
                <a:gd name="T69" fmla="*/ 110 h 378"/>
                <a:gd name="T70" fmla="*/ 123 w 322"/>
                <a:gd name="T71" fmla="*/ 82 h 378"/>
                <a:gd name="T72" fmla="*/ 153 w 322"/>
                <a:gd name="T73" fmla="*/ 57 h 378"/>
                <a:gd name="T74" fmla="*/ 195 w 322"/>
                <a:gd name="T75" fmla="*/ 38 h 378"/>
                <a:gd name="T76" fmla="*/ 238 w 322"/>
                <a:gd name="T77" fmla="*/ 20 h 378"/>
                <a:gd name="T78" fmla="*/ 264 w 322"/>
                <a:gd name="T79" fmla="*/ 7 h 378"/>
                <a:gd name="T80" fmla="*/ 256 w 322"/>
                <a:gd name="T81" fmla="*/ 0 h 378"/>
                <a:gd name="T82" fmla="*/ 221 w 322"/>
                <a:gd name="T83" fmla="*/ 4 h 378"/>
                <a:gd name="T84" fmla="*/ 180 w 322"/>
                <a:gd name="T85" fmla="*/ 18 h 378"/>
                <a:gd name="T86" fmla="*/ 141 w 322"/>
                <a:gd name="T87" fmla="*/ 38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8" name="Freeform 995"/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235 w 283"/>
                <a:gd name="T1" fmla="*/ 77 h 252"/>
                <a:gd name="T2" fmla="*/ 248 w 283"/>
                <a:gd name="T3" fmla="*/ 91 h 252"/>
                <a:gd name="T4" fmla="*/ 256 w 283"/>
                <a:gd name="T5" fmla="*/ 107 h 252"/>
                <a:gd name="T6" fmla="*/ 259 w 283"/>
                <a:gd name="T7" fmla="*/ 124 h 252"/>
                <a:gd name="T8" fmla="*/ 259 w 283"/>
                <a:gd name="T9" fmla="*/ 142 h 252"/>
                <a:gd name="T10" fmla="*/ 257 w 283"/>
                <a:gd name="T11" fmla="*/ 157 h 252"/>
                <a:gd name="T12" fmla="*/ 252 w 283"/>
                <a:gd name="T13" fmla="*/ 170 h 252"/>
                <a:gd name="T14" fmla="*/ 244 w 283"/>
                <a:gd name="T15" fmla="*/ 183 h 252"/>
                <a:gd name="T16" fmla="*/ 236 w 283"/>
                <a:gd name="T17" fmla="*/ 193 h 252"/>
                <a:gd name="T18" fmla="*/ 225 w 283"/>
                <a:gd name="T19" fmla="*/ 204 h 252"/>
                <a:gd name="T20" fmla="*/ 215 w 283"/>
                <a:gd name="T21" fmla="*/ 214 h 252"/>
                <a:gd name="T22" fmla="*/ 204 w 283"/>
                <a:gd name="T23" fmla="*/ 224 h 252"/>
                <a:gd name="T24" fmla="*/ 194 w 283"/>
                <a:gd name="T25" fmla="*/ 234 h 252"/>
                <a:gd name="T26" fmla="*/ 191 w 283"/>
                <a:gd name="T27" fmla="*/ 238 h 252"/>
                <a:gd name="T28" fmla="*/ 191 w 283"/>
                <a:gd name="T29" fmla="*/ 241 h 252"/>
                <a:gd name="T30" fmla="*/ 191 w 283"/>
                <a:gd name="T31" fmla="*/ 245 h 252"/>
                <a:gd name="T32" fmla="*/ 194 w 283"/>
                <a:gd name="T33" fmla="*/ 248 h 252"/>
                <a:gd name="T34" fmla="*/ 197 w 283"/>
                <a:gd name="T35" fmla="*/ 250 h 252"/>
                <a:gd name="T36" fmla="*/ 202 w 283"/>
                <a:gd name="T37" fmla="*/ 252 h 252"/>
                <a:gd name="T38" fmla="*/ 205 w 283"/>
                <a:gd name="T39" fmla="*/ 250 h 252"/>
                <a:gd name="T40" fmla="*/ 209 w 283"/>
                <a:gd name="T41" fmla="*/ 248 h 252"/>
                <a:gd name="T42" fmla="*/ 232 w 283"/>
                <a:gd name="T43" fmla="*/ 233 h 252"/>
                <a:gd name="T44" fmla="*/ 252 w 283"/>
                <a:gd name="T45" fmla="*/ 214 h 252"/>
                <a:gd name="T46" fmla="*/ 268 w 283"/>
                <a:gd name="T47" fmla="*/ 192 h 252"/>
                <a:gd name="T48" fmla="*/ 278 w 283"/>
                <a:gd name="T49" fmla="*/ 167 h 252"/>
                <a:gd name="T50" fmla="*/ 283 w 283"/>
                <a:gd name="T51" fmla="*/ 141 h 252"/>
                <a:gd name="T52" fmla="*/ 280 w 283"/>
                <a:gd name="T53" fmla="*/ 115 h 252"/>
                <a:gd name="T54" fmla="*/ 271 w 283"/>
                <a:gd name="T55" fmla="*/ 91 h 252"/>
                <a:gd name="T56" fmla="*/ 252 w 283"/>
                <a:gd name="T57" fmla="*/ 69 h 252"/>
                <a:gd name="T58" fmla="*/ 238 w 283"/>
                <a:gd name="T59" fmla="*/ 57 h 252"/>
                <a:gd name="T60" fmla="*/ 222 w 283"/>
                <a:gd name="T61" fmla="*/ 48 h 252"/>
                <a:gd name="T62" fmla="*/ 204 w 283"/>
                <a:gd name="T63" fmla="*/ 39 h 252"/>
                <a:gd name="T64" fmla="*/ 184 w 283"/>
                <a:gd name="T65" fmla="*/ 31 h 252"/>
                <a:gd name="T66" fmla="*/ 164 w 283"/>
                <a:gd name="T67" fmla="*/ 23 h 252"/>
                <a:gd name="T68" fmla="*/ 144 w 283"/>
                <a:gd name="T69" fmla="*/ 17 h 252"/>
                <a:gd name="T70" fmla="*/ 123 w 283"/>
                <a:gd name="T71" fmla="*/ 13 h 252"/>
                <a:gd name="T72" fmla="*/ 103 w 283"/>
                <a:gd name="T73" fmla="*/ 8 h 252"/>
                <a:gd name="T74" fmla="*/ 83 w 283"/>
                <a:gd name="T75" fmla="*/ 5 h 252"/>
                <a:gd name="T76" fmla="*/ 66 w 283"/>
                <a:gd name="T77" fmla="*/ 2 h 252"/>
                <a:gd name="T78" fmla="*/ 48 w 283"/>
                <a:gd name="T79" fmla="*/ 0 h 252"/>
                <a:gd name="T80" fmla="*/ 34 w 283"/>
                <a:gd name="T81" fmla="*/ 0 h 252"/>
                <a:gd name="T82" fmla="*/ 21 w 283"/>
                <a:gd name="T83" fmla="*/ 0 h 252"/>
                <a:gd name="T84" fmla="*/ 11 w 283"/>
                <a:gd name="T85" fmla="*/ 0 h 252"/>
                <a:gd name="T86" fmla="*/ 4 w 283"/>
                <a:gd name="T87" fmla="*/ 2 h 252"/>
                <a:gd name="T88" fmla="*/ 0 w 283"/>
                <a:gd name="T89" fmla="*/ 5 h 252"/>
                <a:gd name="T90" fmla="*/ 12 w 283"/>
                <a:gd name="T91" fmla="*/ 7 h 252"/>
                <a:gd name="T92" fmla="*/ 24 w 283"/>
                <a:gd name="T93" fmla="*/ 8 h 252"/>
                <a:gd name="T94" fmla="*/ 38 w 283"/>
                <a:gd name="T95" fmla="*/ 10 h 252"/>
                <a:gd name="T96" fmla="*/ 52 w 283"/>
                <a:gd name="T97" fmla="*/ 13 h 252"/>
                <a:gd name="T98" fmla="*/ 66 w 283"/>
                <a:gd name="T99" fmla="*/ 16 h 252"/>
                <a:gd name="T100" fmla="*/ 82 w 283"/>
                <a:gd name="T101" fmla="*/ 18 h 252"/>
                <a:gd name="T102" fmla="*/ 98 w 283"/>
                <a:gd name="T103" fmla="*/ 22 h 252"/>
                <a:gd name="T104" fmla="*/ 114 w 283"/>
                <a:gd name="T105" fmla="*/ 25 h 252"/>
                <a:gd name="T106" fmla="*/ 129 w 283"/>
                <a:gd name="T107" fmla="*/ 30 h 252"/>
                <a:gd name="T108" fmla="*/ 146 w 283"/>
                <a:gd name="T109" fmla="*/ 34 h 252"/>
                <a:gd name="T110" fmla="*/ 162 w 283"/>
                <a:gd name="T111" fmla="*/ 39 h 252"/>
                <a:gd name="T112" fmla="*/ 177 w 283"/>
                <a:gd name="T113" fmla="*/ 45 h 252"/>
                <a:gd name="T114" fmla="*/ 193 w 283"/>
                <a:gd name="T115" fmla="*/ 52 h 252"/>
                <a:gd name="T116" fmla="*/ 208 w 283"/>
                <a:gd name="T117" fmla="*/ 60 h 252"/>
                <a:gd name="T118" fmla="*/ 222 w 283"/>
                <a:gd name="T119" fmla="*/ 68 h 252"/>
                <a:gd name="T120" fmla="*/ 235 w 283"/>
                <a:gd name="T121" fmla="*/ 77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9" name="Freeform 996"/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130 h 238"/>
                <a:gd name="T2" fmla="*/ 0 w 114"/>
                <a:gd name="T3" fmla="*/ 149 h 238"/>
                <a:gd name="T4" fmla="*/ 4 w 114"/>
                <a:gd name="T5" fmla="*/ 168 h 238"/>
                <a:gd name="T6" fmla="*/ 12 w 114"/>
                <a:gd name="T7" fmla="*/ 185 h 238"/>
                <a:gd name="T8" fmla="*/ 24 w 114"/>
                <a:gd name="T9" fmla="*/ 200 h 238"/>
                <a:gd name="T10" fmla="*/ 38 w 114"/>
                <a:gd name="T11" fmla="*/ 213 h 238"/>
                <a:gd name="T12" fmla="*/ 55 w 114"/>
                <a:gd name="T13" fmla="*/ 224 h 238"/>
                <a:gd name="T14" fmla="*/ 73 w 114"/>
                <a:gd name="T15" fmla="*/ 232 h 238"/>
                <a:gd name="T16" fmla="*/ 92 w 114"/>
                <a:gd name="T17" fmla="*/ 237 h 238"/>
                <a:gd name="T18" fmla="*/ 98 w 114"/>
                <a:gd name="T19" fmla="*/ 238 h 238"/>
                <a:gd name="T20" fmla="*/ 104 w 114"/>
                <a:gd name="T21" fmla="*/ 235 h 238"/>
                <a:gd name="T22" fmla="*/ 109 w 114"/>
                <a:gd name="T23" fmla="*/ 232 h 238"/>
                <a:gd name="T24" fmla="*/ 111 w 114"/>
                <a:gd name="T25" fmla="*/ 227 h 238"/>
                <a:gd name="T26" fmla="*/ 111 w 114"/>
                <a:gd name="T27" fmla="*/ 222 h 238"/>
                <a:gd name="T28" fmla="*/ 110 w 114"/>
                <a:gd name="T29" fmla="*/ 216 h 238"/>
                <a:gd name="T30" fmla="*/ 106 w 114"/>
                <a:gd name="T31" fmla="*/ 211 h 238"/>
                <a:gd name="T32" fmla="*/ 100 w 114"/>
                <a:gd name="T33" fmla="*/ 209 h 238"/>
                <a:gd name="T34" fmla="*/ 82 w 114"/>
                <a:gd name="T35" fmla="*/ 202 h 238"/>
                <a:gd name="T36" fmla="*/ 64 w 114"/>
                <a:gd name="T37" fmla="*/ 193 h 238"/>
                <a:gd name="T38" fmla="*/ 50 w 114"/>
                <a:gd name="T39" fmla="*/ 180 h 238"/>
                <a:gd name="T40" fmla="*/ 39 w 114"/>
                <a:gd name="T41" fmla="*/ 167 h 238"/>
                <a:gd name="T42" fmla="*/ 32 w 114"/>
                <a:gd name="T43" fmla="*/ 149 h 238"/>
                <a:gd name="T44" fmla="*/ 29 w 114"/>
                <a:gd name="T45" fmla="*/ 131 h 238"/>
                <a:gd name="T46" fmla="*/ 29 w 114"/>
                <a:gd name="T47" fmla="*/ 111 h 238"/>
                <a:gd name="T48" fmla="*/ 35 w 114"/>
                <a:gd name="T49" fmla="*/ 91 h 238"/>
                <a:gd name="T50" fmla="*/ 42 w 114"/>
                <a:gd name="T51" fmla="*/ 76 h 238"/>
                <a:gd name="T52" fmla="*/ 51 w 114"/>
                <a:gd name="T53" fmla="*/ 62 h 238"/>
                <a:gd name="T54" fmla="*/ 62 w 114"/>
                <a:gd name="T55" fmla="*/ 49 h 238"/>
                <a:gd name="T56" fmla="*/ 73 w 114"/>
                <a:gd name="T57" fmla="*/ 38 h 238"/>
                <a:gd name="T58" fmla="*/ 84 w 114"/>
                <a:gd name="T59" fmla="*/ 28 h 238"/>
                <a:gd name="T60" fmla="*/ 96 w 114"/>
                <a:gd name="T61" fmla="*/ 18 h 238"/>
                <a:gd name="T62" fmla="*/ 106 w 114"/>
                <a:gd name="T63" fmla="*/ 9 h 238"/>
                <a:gd name="T64" fmla="*/ 114 w 114"/>
                <a:gd name="T65" fmla="*/ 1 h 238"/>
                <a:gd name="T66" fmla="*/ 106 w 114"/>
                <a:gd name="T67" fmla="*/ 0 h 238"/>
                <a:gd name="T68" fmla="*/ 93 w 114"/>
                <a:gd name="T69" fmla="*/ 6 h 238"/>
                <a:gd name="T70" fmla="*/ 76 w 114"/>
                <a:gd name="T71" fmla="*/ 18 h 238"/>
                <a:gd name="T72" fmla="*/ 56 w 114"/>
                <a:gd name="T73" fmla="*/ 36 h 238"/>
                <a:gd name="T74" fmla="*/ 37 w 114"/>
                <a:gd name="T75" fmla="*/ 57 h 238"/>
                <a:gd name="T76" fmla="*/ 20 w 114"/>
                <a:gd name="T77" fmla="*/ 80 h 238"/>
                <a:gd name="T78" fmla="*/ 7 w 114"/>
                <a:gd name="T79" fmla="*/ 106 h 238"/>
                <a:gd name="T80" fmla="*/ 0 w 114"/>
                <a:gd name="T81" fmla="*/ 13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0" name="Freeform 997"/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207 w 246"/>
                <a:gd name="T1" fmla="*/ 124 h 310"/>
                <a:gd name="T2" fmla="*/ 219 w 246"/>
                <a:gd name="T3" fmla="*/ 143 h 310"/>
                <a:gd name="T4" fmla="*/ 225 w 246"/>
                <a:gd name="T5" fmla="*/ 164 h 310"/>
                <a:gd name="T6" fmla="*/ 221 w 246"/>
                <a:gd name="T7" fmla="*/ 187 h 310"/>
                <a:gd name="T8" fmla="*/ 208 w 246"/>
                <a:gd name="T9" fmla="*/ 209 h 310"/>
                <a:gd name="T10" fmla="*/ 188 w 246"/>
                <a:gd name="T11" fmla="*/ 228 h 310"/>
                <a:gd name="T12" fmla="*/ 166 w 246"/>
                <a:gd name="T13" fmla="*/ 246 h 310"/>
                <a:gd name="T14" fmla="*/ 143 w 246"/>
                <a:gd name="T15" fmla="*/ 264 h 310"/>
                <a:gd name="T16" fmla="*/ 129 w 246"/>
                <a:gd name="T17" fmla="*/ 278 h 310"/>
                <a:gd name="T18" fmla="*/ 124 w 246"/>
                <a:gd name="T19" fmla="*/ 287 h 310"/>
                <a:gd name="T20" fmla="*/ 120 w 246"/>
                <a:gd name="T21" fmla="*/ 296 h 310"/>
                <a:gd name="T22" fmla="*/ 121 w 246"/>
                <a:gd name="T23" fmla="*/ 305 h 310"/>
                <a:gd name="T24" fmla="*/ 130 w 246"/>
                <a:gd name="T25" fmla="*/ 310 h 310"/>
                <a:gd name="T26" fmla="*/ 139 w 246"/>
                <a:gd name="T27" fmla="*/ 309 h 310"/>
                <a:gd name="T28" fmla="*/ 154 w 246"/>
                <a:gd name="T29" fmla="*/ 293 h 310"/>
                <a:gd name="T30" fmla="*/ 180 w 246"/>
                <a:gd name="T31" fmla="*/ 269 h 310"/>
                <a:gd name="T32" fmla="*/ 207 w 246"/>
                <a:gd name="T33" fmla="*/ 246 h 310"/>
                <a:gd name="T34" fmla="*/ 231 w 246"/>
                <a:gd name="T35" fmla="*/ 219 h 310"/>
                <a:gd name="T36" fmla="*/ 245 w 246"/>
                <a:gd name="T37" fmla="*/ 187 h 310"/>
                <a:gd name="T38" fmla="*/ 242 w 246"/>
                <a:gd name="T39" fmla="*/ 153 h 310"/>
                <a:gd name="T40" fmla="*/ 227 w 246"/>
                <a:gd name="T41" fmla="*/ 120 h 310"/>
                <a:gd name="T42" fmla="*/ 201 w 246"/>
                <a:gd name="T43" fmla="*/ 94 h 310"/>
                <a:gd name="T44" fmla="*/ 177 w 246"/>
                <a:gd name="T45" fmla="*/ 74 h 310"/>
                <a:gd name="T46" fmla="*/ 152 w 246"/>
                <a:gd name="T47" fmla="*/ 60 h 310"/>
                <a:gd name="T48" fmla="*/ 126 w 246"/>
                <a:gd name="T49" fmla="*/ 43 h 310"/>
                <a:gd name="T50" fmla="*/ 98 w 246"/>
                <a:gd name="T51" fmla="*/ 28 h 310"/>
                <a:gd name="T52" fmla="*/ 72 w 246"/>
                <a:gd name="T53" fmla="*/ 16 h 310"/>
                <a:gd name="T54" fmla="*/ 46 w 246"/>
                <a:gd name="T55" fmla="*/ 7 h 310"/>
                <a:gd name="T56" fmla="*/ 24 w 246"/>
                <a:gd name="T57" fmla="*/ 1 h 310"/>
                <a:gd name="T58" fmla="*/ 7 w 246"/>
                <a:gd name="T59" fmla="*/ 1 h 310"/>
                <a:gd name="T60" fmla="*/ 8 w 246"/>
                <a:gd name="T61" fmla="*/ 6 h 310"/>
                <a:gd name="T62" fmla="*/ 28 w 246"/>
                <a:gd name="T63" fmla="*/ 14 h 310"/>
                <a:gd name="T64" fmla="*/ 51 w 246"/>
                <a:gd name="T65" fmla="*/ 24 h 310"/>
                <a:gd name="T66" fmla="*/ 78 w 246"/>
                <a:gd name="T67" fmla="*/ 37 h 310"/>
                <a:gd name="T68" fmla="*/ 106 w 246"/>
                <a:gd name="T69" fmla="*/ 51 h 310"/>
                <a:gd name="T70" fmla="*/ 134 w 246"/>
                <a:gd name="T71" fmla="*/ 69 h 310"/>
                <a:gd name="T72" fmla="*/ 163 w 246"/>
                <a:gd name="T73" fmla="*/ 87 h 310"/>
                <a:gd name="T74" fmla="*/ 187 w 246"/>
                <a:gd name="T75" fmla="*/ 105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1" name="Freeform 998"/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31 w 83"/>
                <a:gd name="T1" fmla="*/ 14 h 187"/>
                <a:gd name="T2" fmla="*/ 29 w 83"/>
                <a:gd name="T3" fmla="*/ 8 h 187"/>
                <a:gd name="T4" fmla="*/ 25 w 83"/>
                <a:gd name="T5" fmla="*/ 3 h 187"/>
                <a:gd name="T6" fmla="*/ 19 w 83"/>
                <a:gd name="T7" fmla="*/ 1 h 187"/>
                <a:gd name="T8" fmla="*/ 14 w 83"/>
                <a:gd name="T9" fmla="*/ 0 h 187"/>
                <a:gd name="T10" fmla="*/ 8 w 83"/>
                <a:gd name="T11" fmla="*/ 2 h 187"/>
                <a:gd name="T12" fmla="*/ 3 w 83"/>
                <a:gd name="T13" fmla="*/ 5 h 187"/>
                <a:gd name="T14" fmla="*/ 0 w 83"/>
                <a:gd name="T15" fmla="*/ 11 h 187"/>
                <a:gd name="T16" fmla="*/ 0 w 83"/>
                <a:gd name="T17" fmla="*/ 17 h 187"/>
                <a:gd name="T18" fmla="*/ 5 w 83"/>
                <a:gd name="T19" fmla="*/ 42 h 187"/>
                <a:gd name="T20" fmla="*/ 15 w 83"/>
                <a:gd name="T21" fmla="*/ 71 h 187"/>
                <a:gd name="T22" fmla="*/ 27 w 83"/>
                <a:gd name="T23" fmla="*/ 100 h 187"/>
                <a:gd name="T24" fmla="*/ 41 w 83"/>
                <a:gd name="T25" fmla="*/ 127 h 187"/>
                <a:gd name="T26" fmla="*/ 55 w 83"/>
                <a:gd name="T27" fmla="*/ 151 h 187"/>
                <a:gd name="T28" fmla="*/ 68 w 83"/>
                <a:gd name="T29" fmla="*/ 171 h 187"/>
                <a:gd name="T30" fmla="*/ 77 w 83"/>
                <a:gd name="T31" fmla="*/ 184 h 187"/>
                <a:gd name="T32" fmla="*/ 83 w 83"/>
                <a:gd name="T33" fmla="*/ 187 h 187"/>
                <a:gd name="T34" fmla="*/ 80 w 83"/>
                <a:gd name="T35" fmla="*/ 174 h 187"/>
                <a:gd name="T36" fmla="*/ 75 w 83"/>
                <a:gd name="T37" fmla="*/ 158 h 187"/>
                <a:gd name="T38" fmla="*/ 68 w 83"/>
                <a:gd name="T39" fmla="*/ 138 h 187"/>
                <a:gd name="T40" fmla="*/ 59 w 83"/>
                <a:gd name="T41" fmla="*/ 113 h 187"/>
                <a:gd name="T42" fmla="*/ 51 w 83"/>
                <a:gd name="T43" fmla="*/ 88 h 187"/>
                <a:gd name="T44" fmla="*/ 43 w 83"/>
                <a:gd name="T45" fmla="*/ 63 h 187"/>
                <a:gd name="T46" fmla="*/ 36 w 83"/>
                <a:gd name="T47" fmla="*/ 38 h 187"/>
                <a:gd name="T48" fmla="*/ 31 w 83"/>
                <a:gd name="T49" fmla="*/ 14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2" name="Freeform 999"/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22 w 44"/>
                <a:gd name="T1" fmla="*/ 10 h 94"/>
                <a:gd name="T2" fmla="*/ 21 w 44"/>
                <a:gd name="T3" fmla="*/ 6 h 94"/>
                <a:gd name="T4" fmla="*/ 18 w 44"/>
                <a:gd name="T5" fmla="*/ 2 h 94"/>
                <a:gd name="T6" fmla="*/ 14 w 44"/>
                <a:gd name="T7" fmla="*/ 0 h 94"/>
                <a:gd name="T8" fmla="*/ 10 w 44"/>
                <a:gd name="T9" fmla="*/ 0 h 94"/>
                <a:gd name="T10" fmla="*/ 6 w 44"/>
                <a:gd name="T11" fmla="*/ 1 h 94"/>
                <a:gd name="T12" fmla="*/ 3 w 44"/>
                <a:gd name="T13" fmla="*/ 3 h 94"/>
                <a:gd name="T14" fmla="*/ 0 w 44"/>
                <a:gd name="T15" fmla="*/ 7 h 94"/>
                <a:gd name="T16" fmla="*/ 0 w 44"/>
                <a:gd name="T17" fmla="*/ 11 h 94"/>
                <a:gd name="T18" fmla="*/ 0 w 44"/>
                <a:gd name="T19" fmla="*/ 24 h 94"/>
                <a:gd name="T20" fmla="*/ 4 w 44"/>
                <a:gd name="T21" fmla="*/ 38 h 94"/>
                <a:gd name="T22" fmla="*/ 8 w 44"/>
                <a:gd name="T23" fmla="*/ 52 h 94"/>
                <a:gd name="T24" fmla="*/ 14 w 44"/>
                <a:gd name="T25" fmla="*/ 65 h 94"/>
                <a:gd name="T26" fmla="*/ 21 w 44"/>
                <a:gd name="T27" fmla="*/ 78 h 94"/>
                <a:gd name="T28" fmla="*/ 28 w 44"/>
                <a:gd name="T29" fmla="*/ 87 h 94"/>
                <a:gd name="T30" fmla="*/ 37 w 44"/>
                <a:gd name="T31" fmla="*/ 93 h 94"/>
                <a:gd name="T32" fmla="*/ 42 w 44"/>
                <a:gd name="T33" fmla="*/ 94 h 94"/>
                <a:gd name="T34" fmla="*/ 44 w 44"/>
                <a:gd name="T35" fmla="*/ 76 h 94"/>
                <a:gd name="T36" fmla="*/ 38 w 44"/>
                <a:gd name="T37" fmla="*/ 54 h 94"/>
                <a:gd name="T38" fmla="*/ 31 w 44"/>
                <a:gd name="T39" fmla="*/ 32 h 94"/>
                <a:gd name="T40" fmla="*/ 22 w 44"/>
                <a:gd name="T41" fmla="*/ 1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3" name="Freeform 1000"/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20 w 38"/>
                <a:gd name="T1" fmla="*/ 7 h 54"/>
                <a:gd name="T2" fmla="*/ 20 w 38"/>
                <a:gd name="T3" fmla="*/ 8 h 54"/>
                <a:gd name="T4" fmla="*/ 20 w 38"/>
                <a:gd name="T5" fmla="*/ 8 h 54"/>
                <a:gd name="T6" fmla="*/ 20 w 38"/>
                <a:gd name="T7" fmla="*/ 8 h 54"/>
                <a:gd name="T8" fmla="*/ 20 w 38"/>
                <a:gd name="T9" fmla="*/ 8 h 54"/>
                <a:gd name="T10" fmla="*/ 19 w 38"/>
                <a:gd name="T11" fmla="*/ 4 h 54"/>
                <a:gd name="T12" fmla="*/ 15 w 38"/>
                <a:gd name="T13" fmla="*/ 1 h 54"/>
                <a:gd name="T14" fmla="*/ 12 w 38"/>
                <a:gd name="T15" fmla="*/ 0 h 54"/>
                <a:gd name="T16" fmla="*/ 7 w 38"/>
                <a:gd name="T17" fmla="*/ 0 h 54"/>
                <a:gd name="T18" fmla="*/ 4 w 38"/>
                <a:gd name="T19" fmla="*/ 1 h 54"/>
                <a:gd name="T20" fmla="*/ 1 w 38"/>
                <a:gd name="T21" fmla="*/ 4 h 54"/>
                <a:gd name="T22" fmla="*/ 0 w 38"/>
                <a:gd name="T23" fmla="*/ 8 h 54"/>
                <a:gd name="T24" fmla="*/ 0 w 38"/>
                <a:gd name="T25" fmla="*/ 11 h 54"/>
                <a:gd name="T26" fmla="*/ 1 w 38"/>
                <a:gd name="T27" fmla="*/ 17 h 54"/>
                <a:gd name="T28" fmla="*/ 4 w 38"/>
                <a:gd name="T29" fmla="*/ 24 h 54"/>
                <a:gd name="T30" fmla="*/ 8 w 38"/>
                <a:gd name="T31" fmla="*/ 32 h 54"/>
                <a:gd name="T32" fmla="*/ 14 w 38"/>
                <a:gd name="T33" fmla="*/ 39 h 54"/>
                <a:gd name="T34" fmla="*/ 20 w 38"/>
                <a:gd name="T35" fmla="*/ 46 h 54"/>
                <a:gd name="T36" fmla="*/ 27 w 38"/>
                <a:gd name="T37" fmla="*/ 50 h 54"/>
                <a:gd name="T38" fmla="*/ 33 w 38"/>
                <a:gd name="T39" fmla="*/ 54 h 54"/>
                <a:gd name="T40" fmla="*/ 38 w 38"/>
                <a:gd name="T41" fmla="*/ 54 h 54"/>
                <a:gd name="T42" fmla="*/ 36 w 38"/>
                <a:gd name="T43" fmla="*/ 42 h 54"/>
                <a:gd name="T44" fmla="*/ 32 w 38"/>
                <a:gd name="T45" fmla="*/ 29 h 54"/>
                <a:gd name="T46" fmla="*/ 25 w 38"/>
                <a:gd name="T47" fmla="*/ 16 h 54"/>
                <a:gd name="T48" fmla="*/ 20 w 38"/>
                <a:gd name="T49" fmla="*/ 7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4" name="Freeform 1001"/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41 w 52"/>
                <a:gd name="T1" fmla="*/ 27 h 36"/>
                <a:gd name="T2" fmla="*/ 46 w 52"/>
                <a:gd name="T3" fmla="*/ 24 h 36"/>
                <a:gd name="T4" fmla="*/ 51 w 52"/>
                <a:gd name="T5" fmla="*/ 21 h 36"/>
                <a:gd name="T6" fmla="*/ 52 w 52"/>
                <a:gd name="T7" fmla="*/ 16 h 36"/>
                <a:gd name="T8" fmla="*/ 52 w 52"/>
                <a:gd name="T9" fmla="*/ 12 h 36"/>
                <a:gd name="T10" fmla="*/ 50 w 52"/>
                <a:gd name="T11" fmla="*/ 6 h 36"/>
                <a:gd name="T12" fmla="*/ 46 w 52"/>
                <a:gd name="T13" fmla="*/ 2 h 36"/>
                <a:gd name="T14" fmla="*/ 41 w 52"/>
                <a:gd name="T15" fmla="*/ 0 h 36"/>
                <a:gd name="T16" fmla="*/ 36 w 52"/>
                <a:gd name="T17" fmla="*/ 0 h 36"/>
                <a:gd name="T18" fmla="*/ 33 w 52"/>
                <a:gd name="T19" fmla="*/ 0 h 36"/>
                <a:gd name="T20" fmla="*/ 29 w 52"/>
                <a:gd name="T21" fmla="*/ 1 h 36"/>
                <a:gd name="T22" fmla="*/ 21 w 52"/>
                <a:gd name="T23" fmla="*/ 4 h 36"/>
                <a:gd name="T24" fmla="*/ 13 w 52"/>
                <a:gd name="T25" fmla="*/ 8 h 36"/>
                <a:gd name="T26" fmla="*/ 6 w 52"/>
                <a:gd name="T27" fmla="*/ 15 h 36"/>
                <a:gd name="T28" fmla="*/ 3 w 52"/>
                <a:gd name="T29" fmla="*/ 22 h 36"/>
                <a:gd name="T30" fmla="*/ 0 w 52"/>
                <a:gd name="T31" fmla="*/ 29 h 36"/>
                <a:gd name="T32" fmla="*/ 0 w 52"/>
                <a:gd name="T33" fmla="*/ 31 h 36"/>
                <a:gd name="T34" fmla="*/ 4 w 52"/>
                <a:gd name="T35" fmla="*/ 33 h 36"/>
                <a:gd name="T36" fmla="*/ 9 w 52"/>
                <a:gd name="T37" fmla="*/ 36 h 36"/>
                <a:gd name="T38" fmla="*/ 13 w 52"/>
                <a:gd name="T39" fmla="*/ 36 h 36"/>
                <a:gd name="T40" fmla="*/ 18 w 52"/>
                <a:gd name="T41" fmla="*/ 36 h 36"/>
                <a:gd name="T42" fmla="*/ 24 w 52"/>
                <a:gd name="T43" fmla="*/ 33 h 36"/>
                <a:gd name="T44" fmla="*/ 30 w 52"/>
                <a:gd name="T45" fmla="*/ 32 h 36"/>
                <a:gd name="T46" fmla="*/ 36 w 52"/>
                <a:gd name="T47" fmla="*/ 30 h 36"/>
                <a:gd name="T48" fmla="*/ 41 w 52"/>
                <a:gd name="T49" fmla="*/ 27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5" name="Freeform 1002"/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73 w 198"/>
                <a:gd name="T1" fmla="*/ 36 h 236"/>
                <a:gd name="T2" fmla="*/ 58 w 198"/>
                <a:gd name="T3" fmla="*/ 46 h 236"/>
                <a:gd name="T4" fmla="*/ 46 w 198"/>
                <a:gd name="T5" fmla="*/ 58 h 236"/>
                <a:gd name="T6" fmla="*/ 33 w 198"/>
                <a:gd name="T7" fmla="*/ 72 h 236"/>
                <a:gd name="T8" fmla="*/ 22 w 198"/>
                <a:gd name="T9" fmla="*/ 85 h 236"/>
                <a:gd name="T10" fmla="*/ 14 w 198"/>
                <a:gd name="T11" fmla="*/ 100 h 236"/>
                <a:gd name="T12" fmla="*/ 7 w 198"/>
                <a:gd name="T13" fmla="*/ 115 h 236"/>
                <a:gd name="T14" fmla="*/ 2 w 198"/>
                <a:gd name="T15" fmla="*/ 130 h 236"/>
                <a:gd name="T16" fmla="*/ 0 w 198"/>
                <a:gd name="T17" fmla="*/ 146 h 236"/>
                <a:gd name="T18" fmla="*/ 2 w 198"/>
                <a:gd name="T19" fmla="*/ 170 h 236"/>
                <a:gd name="T20" fmla="*/ 12 w 198"/>
                <a:gd name="T21" fmla="*/ 190 h 236"/>
                <a:gd name="T22" fmla="*/ 26 w 198"/>
                <a:gd name="T23" fmla="*/ 207 h 236"/>
                <a:gd name="T24" fmla="*/ 43 w 198"/>
                <a:gd name="T25" fmla="*/ 220 h 236"/>
                <a:gd name="T26" fmla="*/ 64 w 198"/>
                <a:gd name="T27" fmla="*/ 229 h 236"/>
                <a:gd name="T28" fmla="*/ 88 w 198"/>
                <a:gd name="T29" fmla="*/ 235 h 236"/>
                <a:gd name="T30" fmla="*/ 110 w 198"/>
                <a:gd name="T31" fmla="*/ 236 h 236"/>
                <a:gd name="T32" fmla="*/ 132 w 198"/>
                <a:gd name="T33" fmla="*/ 232 h 236"/>
                <a:gd name="T34" fmla="*/ 137 w 198"/>
                <a:gd name="T35" fmla="*/ 232 h 236"/>
                <a:gd name="T36" fmla="*/ 142 w 198"/>
                <a:gd name="T37" fmla="*/ 230 h 236"/>
                <a:gd name="T38" fmla="*/ 145 w 198"/>
                <a:gd name="T39" fmla="*/ 226 h 236"/>
                <a:gd name="T40" fmla="*/ 146 w 198"/>
                <a:gd name="T41" fmla="*/ 221 h 236"/>
                <a:gd name="T42" fmla="*/ 145 w 198"/>
                <a:gd name="T43" fmla="*/ 219 h 236"/>
                <a:gd name="T44" fmla="*/ 142 w 198"/>
                <a:gd name="T45" fmla="*/ 219 h 236"/>
                <a:gd name="T46" fmla="*/ 137 w 198"/>
                <a:gd name="T47" fmla="*/ 217 h 236"/>
                <a:gd name="T48" fmla="*/ 131 w 198"/>
                <a:gd name="T49" fmla="*/ 217 h 236"/>
                <a:gd name="T50" fmla="*/ 124 w 198"/>
                <a:gd name="T51" fmla="*/ 217 h 236"/>
                <a:gd name="T52" fmla="*/ 118 w 198"/>
                <a:gd name="T53" fmla="*/ 217 h 236"/>
                <a:gd name="T54" fmla="*/ 112 w 198"/>
                <a:gd name="T55" fmla="*/ 217 h 236"/>
                <a:gd name="T56" fmla="*/ 109 w 198"/>
                <a:gd name="T57" fmla="*/ 217 h 236"/>
                <a:gd name="T58" fmla="*/ 97 w 198"/>
                <a:gd name="T59" fmla="*/ 216 h 236"/>
                <a:gd name="T60" fmla="*/ 87 w 198"/>
                <a:gd name="T61" fmla="*/ 215 h 236"/>
                <a:gd name="T62" fmla="*/ 75 w 198"/>
                <a:gd name="T63" fmla="*/ 214 h 236"/>
                <a:gd name="T64" fmla="*/ 63 w 198"/>
                <a:gd name="T65" fmla="*/ 211 h 236"/>
                <a:gd name="T66" fmla="*/ 51 w 198"/>
                <a:gd name="T67" fmla="*/ 207 h 236"/>
                <a:gd name="T68" fmla="*/ 40 w 198"/>
                <a:gd name="T69" fmla="*/ 199 h 236"/>
                <a:gd name="T70" fmla="*/ 29 w 198"/>
                <a:gd name="T71" fmla="*/ 189 h 236"/>
                <a:gd name="T72" fmla="*/ 17 w 198"/>
                <a:gd name="T73" fmla="*/ 174 h 236"/>
                <a:gd name="T74" fmla="*/ 15 w 198"/>
                <a:gd name="T75" fmla="*/ 157 h 236"/>
                <a:gd name="T76" fmla="*/ 16 w 198"/>
                <a:gd name="T77" fmla="*/ 141 h 236"/>
                <a:gd name="T78" fmla="*/ 21 w 198"/>
                <a:gd name="T79" fmla="*/ 124 h 236"/>
                <a:gd name="T80" fmla="*/ 28 w 198"/>
                <a:gd name="T81" fmla="*/ 109 h 236"/>
                <a:gd name="T82" fmla="*/ 39 w 198"/>
                <a:gd name="T83" fmla="*/ 96 h 236"/>
                <a:gd name="T84" fmla="*/ 50 w 198"/>
                <a:gd name="T85" fmla="*/ 82 h 236"/>
                <a:gd name="T86" fmla="*/ 63 w 198"/>
                <a:gd name="T87" fmla="*/ 70 h 236"/>
                <a:gd name="T88" fmla="*/ 78 w 198"/>
                <a:gd name="T89" fmla="*/ 59 h 236"/>
                <a:gd name="T90" fmla="*/ 94 w 198"/>
                <a:gd name="T91" fmla="*/ 49 h 236"/>
                <a:gd name="T92" fmla="*/ 110 w 198"/>
                <a:gd name="T93" fmla="*/ 39 h 236"/>
                <a:gd name="T94" fmla="*/ 126 w 198"/>
                <a:gd name="T95" fmla="*/ 31 h 236"/>
                <a:gd name="T96" fmla="*/ 142 w 198"/>
                <a:gd name="T97" fmla="*/ 24 h 236"/>
                <a:gd name="T98" fmla="*/ 158 w 198"/>
                <a:gd name="T99" fmla="*/ 19 h 236"/>
                <a:gd name="T100" fmla="*/ 172 w 198"/>
                <a:gd name="T101" fmla="*/ 13 h 236"/>
                <a:gd name="T102" fmla="*/ 186 w 198"/>
                <a:gd name="T103" fmla="*/ 10 h 236"/>
                <a:gd name="T104" fmla="*/ 198 w 198"/>
                <a:gd name="T105" fmla="*/ 7 h 236"/>
                <a:gd name="T106" fmla="*/ 190 w 198"/>
                <a:gd name="T107" fmla="*/ 3 h 236"/>
                <a:gd name="T108" fmla="*/ 177 w 198"/>
                <a:gd name="T109" fmla="*/ 0 h 236"/>
                <a:gd name="T110" fmla="*/ 162 w 198"/>
                <a:gd name="T111" fmla="*/ 3 h 236"/>
                <a:gd name="T112" fmla="*/ 144 w 198"/>
                <a:gd name="T113" fmla="*/ 6 h 236"/>
                <a:gd name="T114" fmla="*/ 124 w 198"/>
                <a:gd name="T115" fmla="*/ 12 h 236"/>
                <a:gd name="T116" fmla="*/ 105 w 198"/>
                <a:gd name="T117" fmla="*/ 19 h 236"/>
                <a:gd name="T118" fmla="*/ 88 w 198"/>
                <a:gd name="T119" fmla="*/ 28 h 236"/>
                <a:gd name="T120" fmla="*/ 73 w 198"/>
                <a:gd name="T121" fmla="*/ 36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6" name="Freeform 1003"/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108 w 128"/>
                <a:gd name="T1" fmla="*/ 61 h 183"/>
                <a:gd name="T2" fmla="*/ 111 w 128"/>
                <a:gd name="T3" fmla="*/ 80 h 183"/>
                <a:gd name="T4" fmla="*/ 109 w 128"/>
                <a:gd name="T5" fmla="*/ 97 h 183"/>
                <a:gd name="T6" fmla="*/ 101 w 128"/>
                <a:gd name="T7" fmla="*/ 110 h 183"/>
                <a:gd name="T8" fmla="*/ 89 w 128"/>
                <a:gd name="T9" fmla="*/ 123 h 183"/>
                <a:gd name="T10" fmla="*/ 75 w 128"/>
                <a:gd name="T11" fmla="*/ 134 h 183"/>
                <a:gd name="T12" fmla="*/ 60 w 128"/>
                <a:gd name="T13" fmla="*/ 145 h 183"/>
                <a:gd name="T14" fmla="*/ 43 w 128"/>
                <a:gd name="T15" fmla="*/ 156 h 183"/>
                <a:gd name="T16" fmla="*/ 29 w 128"/>
                <a:gd name="T17" fmla="*/ 167 h 183"/>
                <a:gd name="T18" fmla="*/ 27 w 128"/>
                <a:gd name="T19" fmla="*/ 170 h 183"/>
                <a:gd name="T20" fmla="*/ 26 w 128"/>
                <a:gd name="T21" fmla="*/ 172 h 183"/>
                <a:gd name="T22" fmla="*/ 26 w 128"/>
                <a:gd name="T23" fmla="*/ 176 h 183"/>
                <a:gd name="T24" fmla="*/ 28 w 128"/>
                <a:gd name="T25" fmla="*/ 179 h 183"/>
                <a:gd name="T26" fmla="*/ 30 w 128"/>
                <a:gd name="T27" fmla="*/ 182 h 183"/>
                <a:gd name="T28" fmla="*/ 34 w 128"/>
                <a:gd name="T29" fmla="*/ 183 h 183"/>
                <a:gd name="T30" fmla="*/ 37 w 128"/>
                <a:gd name="T31" fmla="*/ 183 h 183"/>
                <a:gd name="T32" fmla="*/ 41 w 128"/>
                <a:gd name="T33" fmla="*/ 182 h 183"/>
                <a:gd name="T34" fmla="*/ 58 w 128"/>
                <a:gd name="T35" fmla="*/ 171 h 183"/>
                <a:gd name="T36" fmla="*/ 76 w 128"/>
                <a:gd name="T37" fmla="*/ 160 h 183"/>
                <a:gd name="T38" fmla="*/ 92 w 128"/>
                <a:gd name="T39" fmla="*/ 147 h 183"/>
                <a:gd name="T40" fmla="*/ 108 w 128"/>
                <a:gd name="T41" fmla="*/ 132 h 183"/>
                <a:gd name="T42" fmla="*/ 118 w 128"/>
                <a:gd name="T43" fmla="*/ 116 h 183"/>
                <a:gd name="T44" fmla="*/ 125 w 128"/>
                <a:gd name="T45" fmla="*/ 98 h 183"/>
                <a:gd name="T46" fmla="*/ 128 w 128"/>
                <a:gd name="T47" fmla="*/ 78 h 183"/>
                <a:gd name="T48" fmla="*/ 123 w 128"/>
                <a:gd name="T49" fmla="*/ 58 h 183"/>
                <a:gd name="T50" fmla="*/ 112 w 128"/>
                <a:gd name="T51" fmla="*/ 41 h 183"/>
                <a:gd name="T52" fmla="*/ 98 w 128"/>
                <a:gd name="T53" fmla="*/ 28 h 183"/>
                <a:gd name="T54" fmla="*/ 80 w 128"/>
                <a:gd name="T55" fmla="*/ 16 h 183"/>
                <a:gd name="T56" fmla="*/ 61 w 128"/>
                <a:gd name="T57" fmla="*/ 8 h 183"/>
                <a:gd name="T58" fmla="*/ 41 w 128"/>
                <a:gd name="T59" fmla="*/ 2 h 183"/>
                <a:gd name="T60" fmla="*/ 23 w 128"/>
                <a:gd name="T61" fmla="*/ 0 h 183"/>
                <a:gd name="T62" fmla="*/ 9 w 128"/>
                <a:gd name="T63" fmla="*/ 1 h 183"/>
                <a:gd name="T64" fmla="*/ 0 w 128"/>
                <a:gd name="T65" fmla="*/ 6 h 183"/>
                <a:gd name="T66" fmla="*/ 16 w 128"/>
                <a:gd name="T67" fmla="*/ 10 h 183"/>
                <a:gd name="T68" fmla="*/ 33 w 128"/>
                <a:gd name="T69" fmla="*/ 14 h 183"/>
                <a:gd name="T70" fmla="*/ 48 w 128"/>
                <a:gd name="T71" fmla="*/ 17 h 183"/>
                <a:gd name="T72" fmla="*/ 63 w 128"/>
                <a:gd name="T73" fmla="*/ 22 h 183"/>
                <a:gd name="T74" fmla="*/ 77 w 128"/>
                <a:gd name="T75" fmla="*/ 28 h 183"/>
                <a:gd name="T76" fmla="*/ 90 w 128"/>
                <a:gd name="T77" fmla="*/ 36 h 183"/>
                <a:gd name="T78" fmla="*/ 101 w 128"/>
                <a:gd name="T79" fmla="*/ 46 h 183"/>
                <a:gd name="T80" fmla="*/ 108 w 128"/>
                <a:gd name="T81" fmla="*/ 61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7" name="Freeform 1004"/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101 w 323"/>
                <a:gd name="T1" fmla="*/ 70 h 379"/>
                <a:gd name="T2" fmla="*/ 54 w 323"/>
                <a:gd name="T3" fmla="*/ 115 h 379"/>
                <a:gd name="T4" fmla="*/ 18 w 323"/>
                <a:gd name="T5" fmla="*/ 167 h 379"/>
                <a:gd name="T6" fmla="*/ 0 w 323"/>
                <a:gd name="T7" fmla="*/ 227 h 379"/>
                <a:gd name="T8" fmla="*/ 4 w 323"/>
                <a:gd name="T9" fmla="*/ 267 h 379"/>
                <a:gd name="T10" fmla="*/ 11 w 323"/>
                <a:gd name="T11" fmla="*/ 283 h 379"/>
                <a:gd name="T12" fmla="*/ 21 w 323"/>
                <a:gd name="T13" fmla="*/ 298 h 379"/>
                <a:gd name="T14" fmla="*/ 34 w 323"/>
                <a:gd name="T15" fmla="*/ 311 h 379"/>
                <a:gd name="T16" fmla="*/ 57 w 323"/>
                <a:gd name="T17" fmla="*/ 325 h 379"/>
                <a:gd name="T18" fmla="*/ 87 w 323"/>
                <a:gd name="T19" fmla="*/ 340 h 379"/>
                <a:gd name="T20" fmla="*/ 120 w 323"/>
                <a:gd name="T21" fmla="*/ 351 h 379"/>
                <a:gd name="T22" fmla="*/ 153 w 323"/>
                <a:gd name="T23" fmla="*/ 360 h 379"/>
                <a:gd name="T24" fmla="*/ 187 w 323"/>
                <a:gd name="T25" fmla="*/ 367 h 379"/>
                <a:gd name="T26" fmla="*/ 221 w 323"/>
                <a:gd name="T27" fmla="*/ 372 h 379"/>
                <a:gd name="T28" fmla="*/ 256 w 323"/>
                <a:gd name="T29" fmla="*/ 375 h 379"/>
                <a:gd name="T30" fmla="*/ 290 w 323"/>
                <a:gd name="T31" fmla="*/ 378 h 379"/>
                <a:gd name="T32" fmla="*/ 312 w 323"/>
                <a:gd name="T33" fmla="*/ 379 h 379"/>
                <a:gd name="T34" fmla="*/ 320 w 323"/>
                <a:gd name="T35" fmla="*/ 372 h 379"/>
                <a:gd name="T36" fmla="*/ 323 w 323"/>
                <a:gd name="T37" fmla="*/ 360 h 379"/>
                <a:gd name="T38" fmla="*/ 316 w 323"/>
                <a:gd name="T39" fmla="*/ 352 h 379"/>
                <a:gd name="T40" fmla="*/ 295 w 323"/>
                <a:gd name="T41" fmla="*/ 351 h 379"/>
                <a:gd name="T42" fmla="*/ 263 w 323"/>
                <a:gd name="T43" fmla="*/ 350 h 379"/>
                <a:gd name="T44" fmla="*/ 231 w 323"/>
                <a:gd name="T45" fmla="*/ 348 h 379"/>
                <a:gd name="T46" fmla="*/ 200 w 323"/>
                <a:gd name="T47" fmla="*/ 343 h 379"/>
                <a:gd name="T48" fmla="*/ 168 w 323"/>
                <a:gd name="T49" fmla="*/ 337 h 379"/>
                <a:gd name="T50" fmla="*/ 136 w 323"/>
                <a:gd name="T51" fmla="*/ 329 h 379"/>
                <a:gd name="T52" fmla="*/ 106 w 323"/>
                <a:gd name="T53" fmla="*/ 320 h 379"/>
                <a:gd name="T54" fmla="*/ 76 w 323"/>
                <a:gd name="T55" fmla="*/ 306 h 379"/>
                <a:gd name="T56" fmla="*/ 51 w 323"/>
                <a:gd name="T57" fmla="*/ 291 h 379"/>
                <a:gd name="T58" fmla="*/ 35 w 323"/>
                <a:gd name="T59" fmla="*/ 269 h 379"/>
                <a:gd name="T60" fmla="*/ 31 w 323"/>
                <a:gd name="T61" fmla="*/ 239 h 379"/>
                <a:gd name="T62" fmla="*/ 38 w 323"/>
                <a:gd name="T63" fmla="*/ 197 h 379"/>
                <a:gd name="T64" fmla="*/ 51 w 323"/>
                <a:gd name="T65" fmla="*/ 165 h 379"/>
                <a:gd name="T66" fmla="*/ 68 w 323"/>
                <a:gd name="T67" fmla="*/ 136 h 379"/>
                <a:gd name="T68" fmla="*/ 89 w 323"/>
                <a:gd name="T69" fmla="*/ 111 h 379"/>
                <a:gd name="T70" fmla="*/ 114 w 323"/>
                <a:gd name="T71" fmla="*/ 88 h 379"/>
                <a:gd name="T72" fmla="*/ 144 w 323"/>
                <a:gd name="T73" fmla="*/ 64 h 379"/>
                <a:gd name="T74" fmla="*/ 181 w 323"/>
                <a:gd name="T75" fmla="*/ 41 h 379"/>
                <a:gd name="T76" fmla="*/ 219 w 323"/>
                <a:gd name="T77" fmla="*/ 22 h 379"/>
                <a:gd name="T78" fmla="*/ 253 w 323"/>
                <a:gd name="T79" fmla="*/ 7 h 379"/>
                <a:gd name="T80" fmla="*/ 255 w 323"/>
                <a:gd name="T81" fmla="*/ 0 h 379"/>
                <a:gd name="T82" fmla="*/ 221 w 323"/>
                <a:gd name="T83" fmla="*/ 5 h 379"/>
                <a:gd name="T84" fmla="*/ 181 w 323"/>
                <a:gd name="T85" fmla="*/ 19 h 379"/>
                <a:gd name="T86" fmla="*/ 142 w 323"/>
                <a:gd name="T87" fmla="*/ 39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8" name="Freeform 1005"/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235 w 282"/>
                <a:gd name="T1" fmla="*/ 78 h 253"/>
                <a:gd name="T2" fmla="*/ 248 w 282"/>
                <a:gd name="T3" fmla="*/ 92 h 253"/>
                <a:gd name="T4" fmla="*/ 255 w 282"/>
                <a:gd name="T5" fmla="*/ 108 h 253"/>
                <a:gd name="T6" fmla="*/ 259 w 282"/>
                <a:gd name="T7" fmla="*/ 125 h 253"/>
                <a:gd name="T8" fmla="*/ 259 w 282"/>
                <a:gd name="T9" fmla="*/ 144 h 253"/>
                <a:gd name="T10" fmla="*/ 257 w 282"/>
                <a:gd name="T11" fmla="*/ 159 h 253"/>
                <a:gd name="T12" fmla="*/ 252 w 282"/>
                <a:gd name="T13" fmla="*/ 171 h 253"/>
                <a:gd name="T14" fmla="*/ 244 w 282"/>
                <a:gd name="T15" fmla="*/ 184 h 253"/>
                <a:gd name="T16" fmla="*/ 236 w 282"/>
                <a:gd name="T17" fmla="*/ 194 h 253"/>
                <a:gd name="T18" fmla="*/ 225 w 282"/>
                <a:gd name="T19" fmla="*/ 206 h 253"/>
                <a:gd name="T20" fmla="*/ 215 w 282"/>
                <a:gd name="T21" fmla="*/ 215 h 253"/>
                <a:gd name="T22" fmla="*/ 204 w 282"/>
                <a:gd name="T23" fmla="*/ 225 h 253"/>
                <a:gd name="T24" fmla="*/ 194 w 282"/>
                <a:gd name="T25" fmla="*/ 236 h 253"/>
                <a:gd name="T26" fmla="*/ 191 w 282"/>
                <a:gd name="T27" fmla="*/ 239 h 253"/>
                <a:gd name="T28" fmla="*/ 190 w 282"/>
                <a:gd name="T29" fmla="*/ 242 h 253"/>
                <a:gd name="T30" fmla="*/ 191 w 282"/>
                <a:gd name="T31" fmla="*/ 246 h 253"/>
                <a:gd name="T32" fmla="*/ 194 w 282"/>
                <a:gd name="T33" fmla="*/ 249 h 253"/>
                <a:gd name="T34" fmla="*/ 197 w 282"/>
                <a:gd name="T35" fmla="*/ 252 h 253"/>
                <a:gd name="T36" fmla="*/ 201 w 282"/>
                <a:gd name="T37" fmla="*/ 253 h 253"/>
                <a:gd name="T38" fmla="*/ 205 w 282"/>
                <a:gd name="T39" fmla="*/ 252 h 253"/>
                <a:gd name="T40" fmla="*/ 209 w 282"/>
                <a:gd name="T41" fmla="*/ 249 h 253"/>
                <a:gd name="T42" fmla="*/ 232 w 282"/>
                <a:gd name="T43" fmla="*/ 234 h 253"/>
                <a:gd name="T44" fmla="*/ 251 w 282"/>
                <a:gd name="T45" fmla="*/ 215 h 253"/>
                <a:gd name="T46" fmla="*/ 267 w 282"/>
                <a:gd name="T47" fmla="*/ 192 h 253"/>
                <a:gd name="T48" fmla="*/ 278 w 282"/>
                <a:gd name="T49" fmla="*/ 168 h 253"/>
                <a:gd name="T50" fmla="*/ 282 w 282"/>
                <a:gd name="T51" fmla="*/ 141 h 253"/>
                <a:gd name="T52" fmla="*/ 279 w 282"/>
                <a:gd name="T53" fmla="*/ 116 h 253"/>
                <a:gd name="T54" fmla="*/ 270 w 282"/>
                <a:gd name="T55" fmla="*/ 92 h 253"/>
                <a:gd name="T56" fmla="*/ 251 w 282"/>
                <a:gd name="T57" fmla="*/ 70 h 253"/>
                <a:gd name="T58" fmla="*/ 237 w 282"/>
                <a:gd name="T59" fmla="*/ 59 h 253"/>
                <a:gd name="T60" fmla="*/ 221 w 282"/>
                <a:gd name="T61" fmla="*/ 48 h 253"/>
                <a:gd name="T62" fmla="*/ 202 w 282"/>
                <a:gd name="T63" fmla="*/ 39 h 253"/>
                <a:gd name="T64" fmla="*/ 183 w 282"/>
                <a:gd name="T65" fmla="*/ 31 h 253"/>
                <a:gd name="T66" fmla="*/ 163 w 282"/>
                <a:gd name="T67" fmla="*/ 24 h 253"/>
                <a:gd name="T68" fmla="*/ 142 w 282"/>
                <a:gd name="T69" fmla="*/ 18 h 253"/>
                <a:gd name="T70" fmla="*/ 122 w 282"/>
                <a:gd name="T71" fmla="*/ 13 h 253"/>
                <a:gd name="T72" fmla="*/ 101 w 282"/>
                <a:gd name="T73" fmla="*/ 8 h 253"/>
                <a:gd name="T74" fmla="*/ 82 w 282"/>
                <a:gd name="T75" fmla="*/ 5 h 253"/>
                <a:gd name="T76" fmla="*/ 63 w 282"/>
                <a:gd name="T77" fmla="*/ 2 h 253"/>
                <a:gd name="T78" fmla="*/ 47 w 282"/>
                <a:gd name="T79" fmla="*/ 0 h 253"/>
                <a:gd name="T80" fmla="*/ 32 w 282"/>
                <a:gd name="T81" fmla="*/ 0 h 253"/>
                <a:gd name="T82" fmla="*/ 19 w 282"/>
                <a:gd name="T83" fmla="*/ 0 h 253"/>
                <a:gd name="T84" fmla="*/ 10 w 282"/>
                <a:gd name="T85" fmla="*/ 1 h 253"/>
                <a:gd name="T86" fmla="*/ 4 w 282"/>
                <a:gd name="T87" fmla="*/ 4 h 253"/>
                <a:gd name="T88" fmla="*/ 0 w 282"/>
                <a:gd name="T89" fmla="*/ 6 h 253"/>
                <a:gd name="T90" fmla="*/ 12 w 282"/>
                <a:gd name="T91" fmla="*/ 8 h 253"/>
                <a:gd name="T92" fmla="*/ 25 w 282"/>
                <a:gd name="T93" fmla="*/ 9 h 253"/>
                <a:gd name="T94" fmla="*/ 38 w 282"/>
                <a:gd name="T95" fmla="*/ 12 h 253"/>
                <a:gd name="T96" fmla="*/ 52 w 282"/>
                <a:gd name="T97" fmla="*/ 14 h 253"/>
                <a:gd name="T98" fmla="*/ 67 w 282"/>
                <a:gd name="T99" fmla="*/ 16 h 253"/>
                <a:gd name="T100" fmla="*/ 82 w 282"/>
                <a:gd name="T101" fmla="*/ 18 h 253"/>
                <a:gd name="T102" fmla="*/ 97 w 282"/>
                <a:gd name="T103" fmla="*/ 22 h 253"/>
                <a:gd name="T104" fmla="*/ 114 w 282"/>
                <a:gd name="T105" fmla="*/ 25 h 253"/>
                <a:gd name="T106" fmla="*/ 129 w 282"/>
                <a:gd name="T107" fmla="*/ 30 h 253"/>
                <a:gd name="T108" fmla="*/ 146 w 282"/>
                <a:gd name="T109" fmla="*/ 35 h 253"/>
                <a:gd name="T110" fmla="*/ 162 w 282"/>
                <a:gd name="T111" fmla="*/ 40 h 253"/>
                <a:gd name="T112" fmla="*/ 177 w 282"/>
                <a:gd name="T113" fmla="*/ 46 h 253"/>
                <a:gd name="T114" fmla="*/ 192 w 282"/>
                <a:gd name="T115" fmla="*/ 53 h 253"/>
                <a:gd name="T116" fmla="*/ 208 w 282"/>
                <a:gd name="T117" fmla="*/ 60 h 253"/>
                <a:gd name="T118" fmla="*/ 222 w 282"/>
                <a:gd name="T119" fmla="*/ 69 h 253"/>
                <a:gd name="T120" fmla="*/ 235 w 282"/>
                <a:gd name="T121" fmla="*/ 78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9" name="Freeform 1006"/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128 h 236"/>
                <a:gd name="T2" fmla="*/ 0 w 115"/>
                <a:gd name="T3" fmla="*/ 148 h 236"/>
                <a:gd name="T4" fmla="*/ 5 w 115"/>
                <a:gd name="T5" fmla="*/ 166 h 236"/>
                <a:gd name="T6" fmla="*/ 13 w 115"/>
                <a:gd name="T7" fmla="*/ 184 h 236"/>
                <a:gd name="T8" fmla="*/ 24 w 115"/>
                <a:gd name="T9" fmla="*/ 198 h 236"/>
                <a:gd name="T10" fmla="*/ 39 w 115"/>
                <a:gd name="T11" fmla="*/ 211 h 236"/>
                <a:gd name="T12" fmla="*/ 55 w 115"/>
                <a:gd name="T13" fmla="*/ 223 h 236"/>
                <a:gd name="T14" fmla="*/ 74 w 115"/>
                <a:gd name="T15" fmla="*/ 231 h 236"/>
                <a:gd name="T16" fmla="*/ 92 w 115"/>
                <a:gd name="T17" fmla="*/ 235 h 236"/>
                <a:gd name="T18" fmla="*/ 98 w 115"/>
                <a:gd name="T19" fmla="*/ 236 h 236"/>
                <a:gd name="T20" fmla="*/ 104 w 115"/>
                <a:gd name="T21" fmla="*/ 234 h 236"/>
                <a:gd name="T22" fmla="*/ 109 w 115"/>
                <a:gd name="T23" fmla="*/ 231 h 236"/>
                <a:gd name="T24" fmla="*/ 111 w 115"/>
                <a:gd name="T25" fmla="*/ 226 h 236"/>
                <a:gd name="T26" fmla="*/ 111 w 115"/>
                <a:gd name="T27" fmla="*/ 220 h 236"/>
                <a:gd name="T28" fmla="*/ 110 w 115"/>
                <a:gd name="T29" fmla="*/ 215 h 236"/>
                <a:gd name="T30" fmla="*/ 107 w 115"/>
                <a:gd name="T31" fmla="*/ 210 h 236"/>
                <a:gd name="T32" fmla="*/ 101 w 115"/>
                <a:gd name="T33" fmla="*/ 208 h 236"/>
                <a:gd name="T34" fmla="*/ 82 w 115"/>
                <a:gd name="T35" fmla="*/ 201 h 236"/>
                <a:gd name="T36" fmla="*/ 64 w 115"/>
                <a:gd name="T37" fmla="*/ 192 h 236"/>
                <a:gd name="T38" fmla="*/ 50 w 115"/>
                <a:gd name="T39" fmla="*/ 179 h 236"/>
                <a:gd name="T40" fmla="*/ 40 w 115"/>
                <a:gd name="T41" fmla="*/ 165 h 236"/>
                <a:gd name="T42" fmla="*/ 33 w 115"/>
                <a:gd name="T43" fmla="*/ 148 h 236"/>
                <a:gd name="T44" fmla="*/ 29 w 115"/>
                <a:gd name="T45" fmla="*/ 130 h 236"/>
                <a:gd name="T46" fmla="*/ 29 w 115"/>
                <a:gd name="T47" fmla="*/ 110 h 236"/>
                <a:gd name="T48" fmla="*/ 35 w 115"/>
                <a:gd name="T49" fmla="*/ 89 h 236"/>
                <a:gd name="T50" fmla="*/ 43 w 115"/>
                <a:gd name="T51" fmla="*/ 74 h 236"/>
                <a:gd name="T52" fmla="*/ 56 w 115"/>
                <a:gd name="T53" fmla="*/ 60 h 236"/>
                <a:gd name="T54" fmla="*/ 70 w 115"/>
                <a:gd name="T55" fmla="*/ 46 h 236"/>
                <a:gd name="T56" fmla="*/ 85 w 115"/>
                <a:gd name="T57" fmla="*/ 33 h 236"/>
                <a:gd name="T58" fmla="*/ 98 w 115"/>
                <a:gd name="T59" fmla="*/ 23 h 236"/>
                <a:gd name="T60" fmla="*/ 109 w 115"/>
                <a:gd name="T61" fmla="*/ 12 h 236"/>
                <a:gd name="T62" fmla="*/ 115 w 115"/>
                <a:gd name="T63" fmla="*/ 6 h 236"/>
                <a:gd name="T64" fmla="*/ 115 w 115"/>
                <a:gd name="T65" fmla="*/ 0 h 236"/>
                <a:gd name="T66" fmla="*/ 102 w 115"/>
                <a:gd name="T67" fmla="*/ 4 h 236"/>
                <a:gd name="T68" fmla="*/ 85 w 115"/>
                <a:gd name="T69" fmla="*/ 12 h 236"/>
                <a:gd name="T70" fmla="*/ 68 w 115"/>
                <a:gd name="T71" fmla="*/ 26 h 236"/>
                <a:gd name="T72" fmla="*/ 49 w 115"/>
                <a:gd name="T73" fmla="*/ 42 h 236"/>
                <a:gd name="T74" fmla="*/ 32 w 115"/>
                <a:gd name="T75" fmla="*/ 61 h 236"/>
                <a:gd name="T76" fmla="*/ 17 w 115"/>
                <a:gd name="T77" fmla="*/ 82 h 236"/>
                <a:gd name="T78" fmla="*/ 6 w 115"/>
                <a:gd name="T79" fmla="*/ 105 h 236"/>
                <a:gd name="T80" fmla="*/ 0 w 115"/>
                <a:gd name="T81" fmla="*/ 128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0" name="Freeform 1007"/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208 w 245"/>
                <a:gd name="T1" fmla="*/ 124 h 310"/>
                <a:gd name="T2" fmla="*/ 220 w 245"/>
                <a:gd name="T3" fmla="*/ 144 h 310"/>
                <a:gd name="T4" fmla="*/ 226 w 245"/>
                <a:gd name="T5" fmla="*/ 164 h 310"/>
                <a:gd name="T6" fmla="*/ 222 w 245"/>
                <a:gd name="T7" fmla="*/ 187 h 310"/>
                <a:gd name="T8" fmla="*/ 208 w 245"/>
                <a:gd name="T9" fmla="*/ 209 h 310"/>
                <a:gd name="T10" fmla="*/ 188 w 245"/>
                <a:gd name="T11" fmla="*/ 229 h 310"/>
                <a:gd name="T12" fmla="*/ 166 w 245"/>
                <a:gd name="T13" fmla="*/ 246 h 310"/>
                <a:gd name="T14" fmla="*/ 142 w 245"/>
                <a:gd name="T15" fmla="*/ 264 h 310"/>
                <a:gd name="T16" fmla="*/ 128 w 245"/>
                <a:gd name="T17" fmla="*/ 278 h 310"/>
                <a:gd name="T18" fmla="*/ 124 w 245"/>
                <a:gd name="T19" fmla="*/ 287 h 310"/>
                <a:gd name="T20" fmla="*/ 120 w 245"/>
                <a:gd name="T21" fmla="*/ 296 h 310"/>
                <a:gd name="T22" fmla="*/ 122 w 245"/>
                <a:gd name="T23" fmla="*/ 306 h 310"/>
                <a:gd name="T24" fmla="*/ 131 w 245"/>
                <a:gd name="T25" fmla="*/ 310 h 310"/>
                <a:gd name="T26" fmla="*/ 139 w 245"/>
                <a:gd name="T27" fmla="*/ 309 h 310"/>
                <a:gd name="T28" fmla="*/ 154 w 245"/>
                <a:gd name="T29" fmla="*/ 292 h 310"/>
                <a:gd name="T30" fmla="*/ 180 w 245"/>
                <a:gd name="T31" fmla="*/ 269 h 310"/>
                <a:gd name="T32" fmla="*/ 207 w 245"/>
                <a:gd name="T33" fmla="*/ 246 h 310"/>
                <a:gd name="T34" fmla="*/ 230 w 245"/>
                <a:gd name="T35" fmla="*/ 219 h 310"/>
                <a:gd name="T36" fmla="*/ 244 w 245"/>
                <a:gd name="T37" fmla="*/ 186 h 310"/>
                <a:gd name="T38" fmla="*/ 243 w 245"/>
                <a:gd name="T39" fmla="*/ 152 h 310"/>
                <a:gd name="T40" fmla="*/ 228 w 245"/>
                <a:gd name="T41" fmla="*/ 119 h 310"/>
                <a:gd name="T42" fmla="*/ 203 w 245"/>
                <a:gd name="T43" fmla="*/ 93 h 310"/>
                <a:gd name="T44" fmla="*/ 176 w 245"/>
                <a:gd name="T45" fmla="*/ 76 h 310"/>
                <a:gd name="T46" fmla="*/ 151 w 245"/>
                <a:gd name="T47" fmla="*/ 61 h 310"/>
                <a:gd name="T48" fmla="*/ 122 w 245"/>
                <a:gd name="T49" fmla="*/ 46 h 310"/>
                <a:gd name="T50" fmla="*/ 93 w 245"/>
                <a:gd name="T51" fmla="*/ 31 h 310"/>
                <a:gd name="T52" fmla="*/ 66 w 245"/>
                <a:gd name="T53" fmla="*/ 18 h 310"/>
                <a:gd name="T54" fmla="*/ 40 w 245"/>
                <a:gd name="T55" fmla="*/ 8 h 310"/>
                <a:gd name="T56" fmla="*/ 20 w 245"/>
                <a:gd name="T57" fmla="*/ 1 h 310"/>
                <a:gd name="T58" fmla="*/ 5 w 245"/>
                <a:gd name="T59" fmla="*/ 0 h 310"/>
                <a:gd name="T60" fmla="*/ 11 w 245"/>
                <a:gd name="T61" fmla="*/ 8 h 310"/>
                <a:gd name="T62" fmla="*/ 36 w 245"/>
                <a:gd name="T63" fmla="*/ 20 h 310"/>
                <a:gd name="T64" fmla="*/ 60 w 245"/>
                <a:gd name="T65" fmla="*/ 31 h 310"/>
                <a:gd name="T66" fmla="*/ 86 w 245"/>
                <a:gd name="T67" fmla="*/ 44 h 310"/>
                <a:gd name="T68" fmla="*/ 113 w 245"/>
                <a:gd name="T69" fmla="*/ 57 h 310"/>
                <a:gd name="T70" fmla="*/ 139 w 245"/>
                <a:gd name="T71" fmla="*/ 71 h 310"/>
                <a:gd name="T72" fmla="*/ 165 w 245"/>
                <a:gd name="T73" fmla="*/ 88 h 310"/>
                <a:gd name="T74" fmla="*/ 188 w 245"/>
                <a:gd name="T75" fmla="*/ 106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1" name="Freeform 1008"/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00" name="Group 1009"/>
          <p:cNvGrpSpPr>
            <a:grpSpLocks/>
          </p:cNvGrpSpPr>
          <p:nvPr/>
        </p:nvGrpSpPr>
        <p:grpSpPr bwMode="auto">
          <a:xfrm>
            <a:off x="5367338" y="2858824"/>
            <a:ext cx="290512" cy="337343"/>
            <a:chOff x="4290" y="3130"/>
            <a:chExt cx="183" cy="255"/>
          </a:xfrm>
        </p:grpSpPr>
        <p:pic>
          <p:nvPicPr>
            <p:cNvPr id="3206" name="Picture 1010" descr="31u_bnrz[1]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7" name="Freeform 1011"/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70 w 199"/>
                <a:gd name="T1" fmla="*/ 29 h 232"/>
                <a:gd name="T2" fmla="*/ 55 w 199"/>
                <a:gd name="T3" fmla="*/ 39 h 232"/>
                <a:gd name="T4" fmla="*/ 42 w 199"/>
                <a:gd name="T5" fmla="*/ 50 h 232"/>
                <a:gd name="T6" fmla="*/ 30 w 199"/>
                <a:gd name="T7" fmla="*/ 63 h 232"/>
                <a:gd name="T8" fmla="*/ 20 w 199"/>
                <a:gd name="T9" fmla="*/ 77 h 232"/>
                <a:gd name="T10" fmla="*/ 12 w 199"/>
                <a:gd name="T11" fmla="*/ 91 h 232"/>
                <a:gd name="T12" fmla="*/ 6 w 199"/>
                <a:gd name="T13" fmla="*/ 108 h 232"/>
                <a:gd name="T14" fmla="*/ 2 w 199"/>
                <a:gd name="T15" fmla="*/ 125 h 232"/>
                <a:gd name="T16" fmla="*/ 0 w 199"/>
                <a:gd name="T17" fmla="*/ 142 h 232"/>
                <a:gd name="T18" fmla="*/ 2 w 199"/>
                <a:gd name="T19" fmla="*/ 166 h 232"/>
                <a:gd name="T20" fmla="*/ 12 w 199"/>
                <a:gd name="T21" fmla="*/ 186 h 232"/>
                <a:gd name="T22" fmla="*/ 26 w 199"/>
                <a:gd name="T23" fmla="*/ 203 h 232"/>
                <a:gd name="T24" fmla="*/ 45 w 199"/>
                <a:gd name="T25" fmla="*/ 216 h 232"/>
                <a:gd name="T26" fmla="*/ 66 w 199"/>
                <a:gd name="T27" fmla="*/ 226 h 232"/>
                <a:gd name="T28" fmla="*/ 88 w 199"/>
                <a:gd name="T29" fmla="*/ 230 h 232"/>
                <a:gd name="T30" fmla="*/ 111 w 199"/>
                <a:gd name="T31" fmla="*/ 232 h 232"/>
                <a:gd name="T32" fmla="*/ 134 w 199"/>
                <a:gd name="T33" fmla="*/ 228 h 232"/>
                <a:gd name="T34" fmla="*/ 138 w 199"/>
                <a:gd name="T35" fmla="*/ 228 h 232"/>
                <a:gd name="T36" fmla="*/ 143 w 199"/>
                <a:gd name="T37" fmla="*/ 226 h 232"/>
                <a:gd name="T38" fmla="*/ 147 w 199"/>
                <a:gd name="T39" fmla="*/ 222 h 232"/>
                <a:gd name="T40" fmla="*/ 148 w 199"/>
                <a:gd name="T41" fmla="*/ 218 h 232"/>
                <a:gd name="T42" fmla="*/ 145 w 199"/>
                <a:gd name="T43" fmla="*/ 212 h 232"/>
                <a:gd name="T44" fmla="*/ 141 w 199"/>
                <a:gd name="T45" fmla="*/ 207 h 232"/>
                <a:gd name="T46" fmla="*/ 135 w 199"/>
                <a:gd name="T47" fmla="*/ 203 h 232"/>
                <a:gd name="T48" fmla="*/ 129 w 199"/>
                <a:gd name="T49" fmla="*/ 201 h 232"/>
                <a:gd name="T50" fmla="*/ 117 w 199"/>
                <a:gd name="T51" fmla="*/ 197 h 232"/>
                <a:gd name="T52" fmla="*/ 105 w 199"/>
                <a:gd name="T53" fmla="*/ 195 h 232"/>
                <a:gd name="T54" fmla="*/ 94 w 199"/>
                <a:gd name="T55" fmla="*/ 193 h 232"/>
                <a:gd name="T56" fmla="*/ 83 w 199"/>
                <a:gd name="T57" fmla="*/ 190 h 232"/>
                <a:gd name="T58" fmla="*/ 73 w 199"/>
                <a:gd name="T59" fmla="*/ 187 h 232"/>
                <a:gd name="T60" fmla="*/ 62 w 199"/>
                <a:gd name="T61" fmla="*/ 182 h 232"/>
                <a:gd name="T62" fmla="*/ 53 w 199"/>
                <a:gd name="T63" fmla="*/ 176 h 232"/>
                <a:gd name="T64" fmla="*/ 43 w 199"/>
                <a:gd name="T65" fmla="*/ 167 h 232"/>
                <a:gd name="T66" fmla="*/ 40 w 199"/>
                <a:gd name="T67" fmla="*/ 128 h 232"/>
                <a:gd name="T68" fmla="*/ 49 w 199"/>
                <a:gd name="T69" fmla="*/ 96 h 232"/>
                <a:gd name="T70" fmla="*/ 68 w 199"/>
                <a:gd name="T71" fmla="*/ 71 h 232"/>
                <a:gd name="T72" fmla="*/ 94 w 199"/>
                <a:gd name="T73" fmla="*/ 50 h 232"/>
                <a:gd name="T74" fmla="*/ 122 w 199"/>
                <a:gd name="T75" fmla="*/ 34 h 232"/>
                <a:gd name="T76" fmla="*/ 151 w 199"/>
                <a:gd name="T77" fmla="*/ 21 h 232"/>
                <a:gd name="T78" fmla="*/ 178 w 199"/>
                <a:gd name="T79" fmla="*/ 12 h 232"/>
                <a:gd name="T80" fmla="*/ 199 w 199"/>
                <a:gd name="T81" fmla="*/ 4 h 232"/>
                <a:gd name="T82" fmla="*/ 186 w 199"/>
                <a:gd name="T83" fmla="*/ 1 h 232"/>
                <a:gd name="T84" fmla="*/ 172 w 199"/>
                <a:gd name="T85" fmla="*/ 0 h 232"/>
                <a:gd name="T86" fmla="*/ 156 w 199"/>
                <a:gd name="T87" fmla="*/ 2 h 232"/>
                <a:gd name="T88" fmla="*/ 138 w 199"/>
                <a:gd name="T89" fmla="*/ 4 h 232"/>
                <a:gd name="T90" fmla="*/ 121 w 199"/>
                <a:gd name="T91" fmla="*/ 10 h 232"/>
                <a:gd name="T92" fmla="*/ 103 w 199"/>
                <a:gd name="T93" fmla="*/ 16 h 232"/>
                <a:gd name="T94" fmla="*/ 86 w 199"/>
                <a:gd name="T95" fmla="*/ 23 h 232"/>
                <a:gd name="T96" fmla="*/ 70 w 199"/>
                <a:gd name="T97" fmla="*/ 29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" name="Freeform 1012"/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108 w 128"/>
                <a:gd name="T1" fmla="*/ 59 h 180"/>
                <a:gd name="T2" fmla="*/ 113 w 128"/>
                <a:gd name="T3" fmla="*/ 77 h 180"/>
                <a:gd name="T4" fmla="*/ 111 w 128"/>
                <a:gd name="T5" fmla="*/ 94 h 180"/>
                <a:gd name="T6" fmla="*/ 103 w 128"/>
                <a:gd name="T7" fmla="*/ 108 h 180"/>
                <a:gd name="T8" fmla="*/ 91 w 128"/>
                <a:gd name="T9" fmla="*/ 121 h 180"/>
                <a:gd name="T10" fmla="*/ 77 w 128"/>
                <a:gd name="T11" fmla="*/ 132 h 180"/>
                <a:gd name="T12" fmla="*/ 61 w 128"/>
                <a:gd name="T13" fmla="*/ 144 h 180"/>
                <a:gd name="T14" fmla="*/ 45 w 128"/>
                <a:gd name="T15" fmla="*/ 154 h 180"/>
                <a:gd name="T16" fmla="*/ 30 w 128"/>
                <a:gd name="T17" fmla="*/ 164 h 180"/>
                <a:gd name="T18" fmla="*/ 28 w 128"/>
                <a:gd name="T19" fmla="*/ 168 h 180"/>
                <a:gd name="T20" fmla="*/ 27 w 128"/>
                <a:gd name="T21" fmla="*/ 170 h 180"/>
                <a:gd name="T22" fmla="*/ 27 w 128"/>
                <a:gd name="T23" fmla="*/ 174 h 180"/>
                <a:gd name="T24" fmla="*/ 28 w 128"/>
                <a:gd name="T25" fmla="*/ 177 h 180"/>
                <a:gd name="T26" fmla="*/ 32 w 128"/>
                <a:gd name="T27" fmla="*/ 179 h 180"/>
                <a:gd name="T28" fmla="*/ 35 w 128"/>
                <a:gd name="T29" fmla="*/ 180 h 180"/>
                <a:gd name="T30" fmla="*/ 37 w 128"/>
                <a:gd name="T31" fmla="*/ 180 h 180"/>
                <a:gd name="T32" fmla="*/ 41 w 128"/>
                <a:gd name="T33" fmla="*/ 179 h 180"/>
                <a:gd name="T34" fmla="*/ 60 w 128"/>
                <a:gd name="T35" fmla="*/ 169 h 180"/>
                <a:gd name="T36" fmla="*/ 77 w 128"/>
                <a:gd name="T37" fmla="*/ 158 h 180"/>
                <a:gd name="T38" fmla="*/ 94 w 128"/>
                <a:gd name="T39" fmla="*/ 145 h 180"/>
                <a:gd name="T40" fmla="*/ 109 w 128"/>
                <a:gd name="T41" fmla="*/ 130 h 180"/>
                <a:gd name="T42" fmla="*/ 120 w 128"/>
                <a:gd name="T43" fmla="*/ 114 h 180"/>
                <a:gd name="T44" fmla="*/ 127 w 128"/>
                <a:gd name="T45" fmla="*/ 95 h 180"/>
                <a:gd name="T46" fmla="*/ 128 w 128"/>
                <a:gd name="T47" fmla="*/ 76 h 180"/>
                <a:gd name="T48" fmla="*/ 123 w 128"/>
                <a:gd name="T49" fmla="*/ 55 h 180"/>
                <a:gd name="T50" fmla="*/ 113 w 128"/>
                <a:gd name="T51" fmla="*/ 39 h 180"/>
                <a:gd name="T52" fmla="*/ 97 w 128"/>
                <a:gd name="T53" fmla="*/ 25 h 180"/>
                <a:gd name="T54" fmla="*/ 79 w 128"/>
                <a:gd name="T55" fmla="*/ 15 h 180"/>
                <a:gd name="T56" fmla="*/ 57 w 128"/>
                <a:gd name="T57" fmla="*/ 7 h 180"/>
                <a:gd name="T58" fmla="*/ 36 w 128"/>
                <a:gd name="T59" fmla="*/ 2 h 180"/>
                <a:gd name="T60" fmla="*/ 19 w 128"/>
                <a:gd name="T61" fmla="*/ 0 h 180"/>
                <a:gd name="T62" fmla="*/ 6 w 128"/>
                <a:gd name="T63" fmla="*/ 0 h 180"/>
                <a:gd name="T64" fmla="*/ 0 w 128"/>
                <a:gd name="T65" fmla="*/ 4 h 180"/>
                <a:gd name="T66" fmla="*/ 14 w 128"/>
                <a:gd name="T67" fmla="*/ 9 h 180"/>
                <a:gd name="T68" fmla="*/ 29 w 128"/>
                <a:gd name="T69" fmla="*/ 14 h 180"/>
                <a:gd name="T70" fmla="*/ 46 w 128"/>
                <a:gd name="T71" fmla="*/ 19 h 180"/>
                <a:gd name="T72" fmla="*/ 61 w 128"/>
                <a:gd name="T73" fmla="*/ 23 h 180"/>
                <a:gd name="T74" fmla="*/ 76 w 128"/>
                <a:gd name="T75" fmla="*/ 29 h 180"/>
                <a:gd name="T76" fmla="*/ 89 w 128"/>
                <a:gd name="T77" fmla="*/ 37 h 180"/>
                <a:gd name="T78" fmla="*/ 100 w 128"/>
                <a:gd name="T79" fmla="*/ 46 h 180"/>
                <a:gd name="T80" fmla="*/ 108 w 128"/>
                <a:gd name="T81" fmla="*/ 59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" name="Freeform 1013"/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100 w 322"/>
                <a:gd name="T1" fmla="*/ 70 h 378"/>
                <a:gd name="T2" fmla="*/ 53 w 322"/>
                <a:gd name="T3" fmla="*/ 115 h 378"/>
                <a:gd name="T4" fmla="*/ 17 w 322"/>
                <a:gd name="T5" fmla="*/ 166 h 378"/>
                <a:gd name="T6" fmla="*/ 0 w 322"/>
                <a:gd name="T7" fmla="*/ 226 h 378"/>
                <a:gd name="T8" fmla="*/ 3 w 322"/>
                <a:gd name="T9" fmla="*/ 266 h 378"/>
                <a:gd name="T10" fmla="*/ 9 w 322"/>
                <a:gd name="T11" fmla="*/ 282 h 378"/>
                <a:gd name="T12" fmla="*/ 19 w 322"/>
                <a:gd name="T13" fmla="*/ 297 h 378"/>
                <a:gd name="T14" fmla="*/ 32 w 322"/>
                <a:gd name="T15" fmla="*/ 310 h 378"/>
                <a:gd name="T16" fmla="*/ 56 w 322"/>
                <a:gd name="T17" fmla="*/ 324 h 378"/>
                <a:gd name="T18" fmla="*/ 86 w 322"/>
                <a:gd name="T19" fmla="*/ 338 h 378"/>
                <a:gd name="T20" fmla="*/ 119 w 322"/>
                <a:gd name="T21" fmla="*/ 350 h 378"/>
                <a:gd name="T22" fmla="*/ 152 w 322"/>
                <a:gd name="T23" fmla="*/ 359 h 378"/>
                <a:gd name="T24" fmla="*/ 186 w 322"/>
                <a:gd name="T25" fmla="*/ 366 h 378"/>
                <a:gd name="T26" fmla="*/ 220 w 322"/>
                <a:gd name="T27" fmla="*/ 371 h 378"/>
                <a:gd name="T28" fmla="*/ 254 w 322"/>
                <a:gd name="T29" fmla="*/ 374 h 378"/>
                <a:gd name="T30" fmla="*/ 289 w 322"/>
                <a:gd name="T31" fmla="*/ 376 h 378"/>
                <a:gd name="T32" fmla="*/ 311 w 322"/>
                <a:gd name="T33" fmla="*/ 378 h 378"/>
                <a:gd name="T34" fmla="*/ 320 w 322"/>
                <a:gd name="T35" fmla="*/ 371 h 378"/>
                <a:gd name="T36" fmla="*/ 322 w 322"/>
                <a:gd name="T37" fmla="*/ 360 h 378"/>
                <a:gd name="T38" fmla="*/ 315 w 322"/>
                <a:gd name="T39" fmla="*/ 352 h 378"/>
                <a:gd name="T40" fmla="*/ 294 w 322"/>
                <a:gd name="T41" fmla="*/ 347 h 378"/>
                <a:gd name="T42" fmla="*/ 263 w 322"/>
                <a:gd name="T43" fmla="*/ 341 h 378"/>
                <a:gd name="T44" fmla="*/ 232 w 322"/>
                <a:gd name="T45" fmla="*/ 336 h 378"/>
                <a:gd name="T46" fmla="*/ 200 w 322"/>
                <a:gd name="T47" fmla="*/ 332 h 378"/>
                <a:gd name="T48" fmla="*/ 170 w 322"/>
                <a:gd name="T49" fmla="*/ 326 h 378"/>
                <a:gd name="T50" fmla="*/ 139 w 322"/>
                <a:gd name="T51" fmla="*/ 318 h 378"/>
                <a:gd name="T52" fmla="*/ 110 w 322"/>
                <a:gd name="T53" fmla="*/ 309 h 378"/>
                <a:gd name="T54" fmla="*/ 80 w 322"/>
                <a:gd name="T55" fmla="*/ 297 h 378"/>
                <a:gd name="T56" fmla="*/ 55 w 322"/>
                <a:gd name="T57" fmla="*/ 281 h 378"/>
                <a:gd name="T58" fmla="*/ 38 w 322"/>
                <a:gd name="T59" fmla="*/ 259 h 378"/>
                <a:gd name="T60" fmla="*/ 34 w 322"/>
                <a:gd name="T61" fmla="*/ 232 h 378"/>
                <a:gd name="T62" fmla="*/ 38 w 322"/>
                <a:gd name="T63" fmla="*/ 200 h 378"/>
                <a:gd name="T64" fmla="*/ 51 w 322"/>
                <a:gd name="T65" fmla="*/ 170 h 378"/>
                <a:gd name="T66" fmla="*/ 71 w 322"/>
                <a:gd name="T67" fmla="*/ 137 h 378"/>
                <a:gd name="T68" fmla="*/ 94 w 322"/>
                <a:gd name="T69" fmla="*/ 110 h 378"/>
                <a:gd name="T70" fmla="*/ 123 w 322"/>
                <a:gd name="T71" fmla="*/ 82 h 378"/>
                <a:gd name="T72" fmla="*/ 153 w 322"/>
                <a:gd name="T73" fmla="*/ 57 h 378"/>
                <a:gd name="T74" fmla="*/ 195 w 322"/>
                <a:gd name="T75" fmla="*/ 38 h 378"/>
                <a:gd name="T76" fmla="*/ 238 w 322"/>
                <a:gd name="T77" fmla="*/ 20 h 378"/>
                <a:gd name="T78" fmla="*/ 264 w 322"/>
                <a:gd name="T79" fmla="*/ 7 h 378"/>
                <a:gd name="T80" fmla="*/ 256 w 322"/>
                <a:gd name="T81" fmla="*/ 0 h 378"/>
                <a:gd name="T82" fmla="*/ 221 w 322"/>
                <a:gd name="T83" fmla="*/ 4 h 378"/>
                <a:gd name="T84" fmla="*/ 180 w 322"/>
                <a:gd name="T85" fmla="*/ 18 h 378"/>
                <a:gd name="T86" fmla="*/ 141 w 322"/>
                <a:gd name="T87" fmla="*/ 38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" name="Freeform 1014"/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235 w 283"/>
                <a:gd name="T1" fmla="*/ 77 h 252"/>
                <a:gd name="T2" fmla="*/ 248 w 283"/>
                <a:gd name="T3" fmla="*/ 91 h 252"/>
                <a:gd name="T4" fmla="*/ 256 w 283"/>
                <a:gd name="T5" fmla="*/ 107 h 252"/>
                <a:gd name="T6" fmla="*/ 259 w 283"/>
                <a:gd name="T7" fmla="*/ 124 h 252"/>
                <a:gd name="T8" fmla="*/ 259 w 283"/>
                <a:gd name="T9" fmla="*/ 142 h 252"/>
                <a:gd name="T10" fmla="*/ 257 w 283"/>
                <a:gd name="T11" fmla="*/ 157 h 252"/>
                <a:gd name="T12" fmla="*/ 252 w 283"/>
                <a:gd name="T13" fmla="*/ 170 h 252"/>
                <a:gd name="T14" fmla="*/ 244 w 283"/>
                <a:gd name="T15" fmla="*/ 183 h 252"/>
                <a:gd name="T16" fmla="*/ 236 w 283"/>
                <a:gd name="T17" fmla="*/ 193 h 252"/>
                <a:gd name="T18" fmla="*/ 225 w 283"/>
                <a:gd name="T19" fmla="*/ 204 h 252"/>
                <a:gd name="T20" fmla="*/ 215 w 283"/>
                <a:gd name="T21" fmla="*/ 214 h 252"/>
                <a:gd name="T22" fmla="*/ 204 w 283"/>
                <a:gd name="T23" fmla="*/ 224 h 252"/>
                <a:gd name="T24" fmla="*/ 194 w 283"/>
                <a:gd name="T25" fmla="*/ 234 h 252"/>
                <a:gd name="T26" fmla="*/ 191 w 283"/>
                <a:gd name="T27" fmla="*/ 238 h 252"/>
                <a:gd name="T28" fmla="*/ 191 w 283"/>
                <a:gd name="T29" fmla="*/ 241 h 252"/>
                <a:gd name="T30" fmla="*/ 191 w 283"/>
                <a:gd name="T31" fmla="*/ 245 h 252"/>
                <a:gd name="T32" fmla="*/ 194 w 283"/>
                <a:gd name="T33" fmla="*/ 248 h 252"/>
                <a:gd name="T34" fmla="*/ 197 w 283"/>
                <a:gd name="T35" fmla="*/ 250 h 252"/>
                <a:gd name="T36" fmla="*/ 202 w 283"/>
                <a:gd name="T37" fmla="*/ 252 h 252"/>
                <a:gd name="T38" fmla="*/ 205 w 283"/>
                <a:gd name="T39" fmla="*/ 250 h 252"/>
                <a:gd name="T40" fmla="*/ 209 w 283"/>
                <a:gd name="T41" fmla="*/ 248 h 252"/>
                <a:gd name="T42" fmla="*/ 232 w 283"/>
                <a:gd name="T43" fmla="*/ 233 h 252"/>
                <a:gd name="T44" fmla="*/ 252 w 283"/>
                <a:gd name="T45" fmla="*/ 214 h 252"/>
                <a:gd name="T46" fmla="*/ 268 w 283"/>
                <a:gd name="T47" fmla="*/ 192 h 252"/>
                <a:gd name="T48" fmla="*/ 278 w 283"/>
                <a:gd name="T49" fmla="*/ 167 h 252"/>
                <a:gd name="T50" fmla="*/ 283 w 283"/>
                <a:gd name="T51" fmla="*/ 141 h 252"/>
                <a:gd name="T52" fmla="*/ 280 w 283"/>
                <a:gd name="T53" fmla="*/ 115 h 252"/>
                <a:gd name="T54" fmla="*/ 271 w 283"/>
                <a:gd name="T55" fmla="*/ 91 h 252"/>
                <a:gd name="T56" fmla="*/ 252 w 283"/>
                <a:gd name="T57" fmla="*/ 69 h 252"/>
                <a:gd name="T58" fmla="*/ 238 w 283"/>
                <a:gd name="T59" fmla="*/ 57 h 252"/>
                <a:gd name="T60" fmla="*/ 222 w 283"/>
                <a:gd name="T61" fmla="*/ 48 h 252"/>
                <a:gd name="T62" fmla="*/ 204 w 283"/>
                <a:gd name="T63" fmla="*/ 39 h 252"/>
                <a:gd name="T64" fmla="*/ 184 w 283"/>
                <a:gd name="T65" fmla="*/ 31 h 252"/>
                <a:gd name="T66" fmla="*/ 164 w 283"/>
                <a:gd name="T67" fmla="*/ 23 h 252"/>
                <a:gd name="T68" fmla="*/ 144 w 283"/>
                <a:gd name="T69" fmla="*/ 17 h 252"/>
                <a:gd name="T70" fmla="*/ 123 w 283"/>
                <a:gd name="T71" fmla="*/ 13 h 252"/>
                <a:gd name="T72" fmla="*/ 103 w 283"/>
                <a:gd name="T73" fmla="*/ 8 h 252"/>
                <a:gd name="T74" fmla="*/ 83 w 283"/>
                <a:gd name="T75" fmla="*/ 5 h 252"/>
                <a:gd name="T76" fmla="*/ 66 w 283"/>
                <a:gd name="T77" fmla="*/ 2 h 252"/>
                <a:gd name="T78" fmla="*/ 48 w 283"/>
                <a:gd name="T79" fmla="*/ 0 h 252"/>
                <a:gd name="T80" fmla="*/ 34 w 283"/>
                <a:gd name="T81" fmla="*/ 0 h 252"/>
                <a:gd name="T82" fmla="*/ 21 w 283"/>
                <a:gd name="T83" fmla="*/ 0 h 252"/>
                <a:gd name="T84" fmla="*/ 11 w 283"/>
                <a:gd name="T85" fmla="*/ 0 h 252"/>
                <a:gd name="T86" fmla="*/ 4 w 283"/>
                <a:gd name="T87" fmla="*/ 2 h 252"/>
                <a:gd name="T88" fmla="*/ 0 w 283"/>
                <a:gd name="T89" fmla="*/ 5 h 252"/>
                <a:gd name="T90" fmla="*/ 12 w 283"/>
                <a:gd name="T91" fmla="*/ 7 h 252"/>
                <a:gd name="T92" fmla="*/ 24 w 283"/>
                <a:gd name="T93" fmla="*/ 8 h 252"/>
                <a:gd name="T94" fmla="*/ 38 w 283"/>
                <a:gd name="T95" fmla="*/ 10 h 252"/>
                <a:gd name="T96" fmla="*/ 52 w 283"/>
                <a:gd name="T97" fmla="*/ 13 h 252"/>
                <a:gd name="T98" fmla="*/ 66 w 283"/>
                <a:gd name="T99" fmla="*/ 16 h 252"/>
                <a:gd name="T100" fmla="*/ 82 w 283"/>
                <a:gd name="T101" fmla="*/ 18 h 252"/>
                <a:gd name="T102" fmla="*/ 98 w 283"/>
                <a:gd name="T103" fmla="*/ 22 h 252"/>
                <a:gd name="T104" fmla="*/ 114 w 283"/>
                <a:gd name="T105" fmla="*/ 25 h 252"/>
                <a:gd name="T106" fmla="*/ 129 w 283"/>
                <a:gd name="T107" fmla="*/ 30 h 252"/>
                <a:gd name="T108" fmla="*/ 146 w 283"/>
                <a:gd name="T109" fmla="*/ 34 h 252"/>
                <a:gd name="T110" fmla="*/ 162 w 283"/>
                <a:gd name="T111" fmla="*/ 39 h 252"/>
                <a:gd name="T112" fmla="*/ 177 w 283"/>
                <a:gd name="T113" fmla="*/ 45 h 252"/>
                <a:gd name="T114" fmla="*/ 193 w 283"/>
                <a:gd name="T115" fmla="*/ 52 h 252"/>
                <a:gd name="T116" fmla="*/ 208 w 283"/>
                <a:gd name="T117" fmla="*/ 60 h 252"/>
                <a:gd name="T118" fmla="*/ 222 w 283"/>
                <a:gd name="T119" fmla="*/ 68 h 252"/>
                <a:gd name="T120" fmla="*/ 235 w 283"/>
                <a:gd name="T121" fmla="*/ 77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1" name="Freeform 1015"/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130 h 238"/>
                <a:gd name="T2" fmla="*/ 0 w 114"/>
                <a:gd name="T3" fmla="*/ 149 h 238"/>
                <a:gd name="T4" fmla="*/ 4 w 114"/>
                <a:gd name="T5" fmla="*/ 168 h 238"/>
                <a:gd name="T6" fmla="*/ 12 w 114"/>
                <a:gd name="T7" fmla="*/ 185 h 238"/>
                <a:gd name="T8" fmla="*/ 24 w 114"/>
                <a:gd name="T9" fmla="*/ 200 h 238"/>
                <a:gd name="T10" fmla="*/ 38 w 114"/>
                <a:gd name="T11" fmla="*/ 213 h 238"/>
                <a:gd name="T12" fmla="*/ 55 w 114"/>
                <a:gd name="T13" fmla="*/ 224 h 238"/>
                <a:gd name="T14" fmla="*/ 73 w 114"/>
                <a:gd name="T15" fmla="*/ 232 h 238"/>
                <a:gd name="T16" fmla="*/ 92 w 114"/>
                <a:gd name="T17" fmla="*/ 237 h 238"/>
                <a:gd name="T18" fmla="*/ 98 w 114"/>
                <a:gd name="T19" fmla="*/ 238 h 238"/>
                <a:gd name="T20" fmla="*/ 104 w 114"/>
                <a:gd name="T21" fmla="*/ 235 h 238"/>
                <a:gd name="T22" fmla="*/ 109 w 114"/>
                <a:gd name="T23" fmla="*/ 232 h 238"/>
                <a:gd name="T24" fmla="*/ 111 w 114"/>
                <a:gd name="T25" fmla="*/ 227 h 238"/>
                <a:gd name="T26" fmla="*/ 111 w 114"/>
                <a:gd name="T27" fmla="*/ 222 h 238"/>
                <a:gd name="T28" fmla="*/ 110 w 114"/>
                <a:gd name="T29" fmla="*/ 216 h 238"/>
                <a:gd name="T30" fmla="*/ 106 w 114"/>
                <a:gd name="T31" fmla="*/ 211 h 238"/>
                <a:gd name="T32" fmla="*/ 100 w 114"/>
                <a:gd name="T33" fmla="*/ 209 h 238"/>
                <a:gd name="T34" fmla="*/ 82 w 114"/>
                <a:gd name="T35" fmla="*/ 202 h 238"/>
                <a:gd name="T36" fmla="*/ 64 w 114"/>
                <a:gd name="T37" fmla="*/ 193 h 238"/>
                <a:gd name="T38" fmla="*/ 50 w 114"/>
                <a:gd name="T39" fmla="*/ 180 h 238"/>
                <a:gd name="T40" fmla="*/ 39 w 114"/>
                <a:gd name="T41" fmla="*/ 167 h 238"/>
                <a:gd name="T42" fmla="*/ 32 w 114"/>
                <a:gd name="T43" fmla="*/ 149 h 238"/>
                <a:gd name="T44" fmla="*/ 29 w 114"/>
                <a:gd name="T45" fmla="*/ 131 h 238"/>
                <a:gd name="T46" fmla="*/ 29 w 114"/>
                <a:gd name="T47" fmla="*/ 111 h 238"/>
                <a:gd name="T48" fmla="*/ 35 w 114"/>
                <a:gd name="T49" fmla="*/ 91 h 238"/>
                <a:gd name="T50" fmla="*/ 42 w 114"/>
                <a:gd name="T51" fmla="*/ 76 h 238"/>
                <a:gd name="T52" fmla="*/ 51 w 114"/>
                <a:gd name="T53" fmla="*/ 62 h 238"/>
                <a:gd name="T54" fmla="*/ 62 w 114"/>
                <a:gd name="T55" fmla="*/ 49 h 238"/>
                <a:gd name="T56" fmla="*/ 73 w 114"/>
                <a:gd name="T57" fmla="*/ 38 h 238"/>
                <a:gd name="T58" fmla="*/ 84 w 114"/>
                <a:gd name="T59" fmla="*/ 28 h 238"/>
                <a:gd name="T60" fmla="*/ 96 w 114"/>
                <a:gd name="T61" fmla="*/ 18 h 238"/>
                <a:gd name="T62" fmla="*/ 106 w 114"/>
                <a:gd name="T63" fmla="*/ 9 h 238"/>
                <a:gd name="T64" fmla="*/ 114 w 114"/>
                <a:gd name="T65" fmla="*/ 1 h 238"/>
                <a:gd name="T66" fmla="*/ 106 w 114"/>
                <a:gd name="T67" fmla="*/ 0 h 238"/>
                <a:gd name="T68" fmla="*/ 93 w 114"/>
                <a:gd name="T69" fmla="*/ 6 h 238"/>
                <a:gd name="T70" fmla="*/ 76 w 114"/>
                <a:gd name="T71" fmla="*/ 18 h 238"/>
                <a:gd name="T72" fmla="*/ 56 w 114"/>
                <a:gd name="T73" fmla="*/ 36 h 238"/>
                <a:gd name="T74" fmla="*/ 37 w 114"/>
                <a:gd name="T75" fmla="*/ 57 h 238"/>
                <a:gd name="T76" fmla="*/ 20 w 114"/>
                <a:gd name="T77" fmla="*/ 80 h 238"/>
                <a:gd name="T78" fmla="*/ 7 w 114"/>
                <a:gd name="T79" fmla="*/ 106 h 238"/>
                <a:gd name="T80" fmla="*/ 0 w 114"/>
                <a:gd name="T81" fmla="*/ 13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2" name="Freeform 1016"/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207 w 246"/>
                <a:gd name="T1" fmla="*/ 124 h 310"/>
                <a:gd name="T2" fmla="*/ 219 w 246"/>
                <a:gd name="T3" fmla="*/ 143 h 310"/>
                <a:gd name="T4" fmla="*/ 225 w 246"/>
                <a:gd name="T5" fmla="*/ 164 h 310"/>
                <a:gd name="T6" fmla="*/ 221 w 246"/>
                <a:gd name="T7" fmla="*/ 187 h 310"/>
                <a:gd name="T8" fmla="*/ 208 w 246"/>
                <a:gd name="T9" fmla="*/ 209 h 310"/>
                <a:gd name="T10" fmla="*/ 188 w 246"/>
                <a:gd name="T11" fmla="*/ 228 h 310"/>
                <a:gd name="T12" fmla="*/ 166 w 246"/>
                <a:gd name="T13" fmla="*/ 246 h 310"/>
                <a:gd name="T14" fmla="*/ 143 w 246"/>
                <a:gd name="T15" fmla="*/ 264 h 310"/>
                <a:gd name="T16" fmla="*/ 129 w 246"/>
                <a:gd name="T17" fmla="*/ 278 h 310"/>
                <a:gd name="T18" fmla="*/ 124 w 246"/>
                <a:gd name="T19" fmla="*/ 287 h 310"/>
                <a:gd name="T20" fmla="*/ 120 w 246"/>
                <a:gd name="T21" fmla="*/ 296 h 310"/>
                <a:gd name="T22" fmla="*/ 121 w 246"/>
                <a:gd name="T23" fmla="*/ 305 h 310"/>
                <a:gd name="T24" fmla="*/ 130 w 246"/>
                <a:gd name="T25" fmla="*/ 310 h 310"/>
                <a:gd name="T26" fmla="*/ 139 w 246"/>
                <a:gd name="T27" fmla="*/ 309 h 310"/>
                <a:gd name="T28" fmla="*/ 154 w 246"/>
                <a:gd name="T29" fmla="*/ 293 h 310"/>
                <a:gd name="T30" fmla="*/ 180 w 246"/>
                <a:gd name="T31" fmla="*/ 269 h 310"/>
                <a:gd name="T32" fmla="*/ 207 w 246"/>
                <a:gd name="T33" fmla="*/ 246 h 310"/>
                <a:gd name="T34" fmla="*/ 231 w 246"/>
                <a:gd name="T35" fmla="*/ 219 h 310"/>
                <a:gd name="T36" fmla="*/ 245 w 246"/>
                <a:gd name="T37" fmla="*/ 187 h 310"/>
                <a:gd name="T38" fmla="*/ 242 w 246"/>
                <a:gd name="T39" fmla="*/ 153 h 310"/>
                <a:gd name="T40" fmla="*/ 227 w 246"/>
                <a:gd name="T41" fmla="*/ 120 h 310"/>
                <a:gd name="T42" fmla="*/ 201 w 246"/>
                <a:gd name="T43" fmla="*/ 94 h 310"/>
                <a:gd name="T44" fmla="*/ 177 w 246"/>
                <a:gd name="T45" fmla="*/ 74 h 310"/>
                <a:gd name="T46" fmla="*/ 152 w 246"/>
                <a:gd name="T47" fmla="*/ 60 h 310"/>
                <a:gd name="T48" fmla="*/ 126 w 246"/>
                <a:gd name="T49" fmla="*/ 43 h 310"/>
                <a:gd name="T50" fmla="*/ 98 w 246"/>
                <a:gd name="T51" fmla="*/ 28 h 310"/>
                <a:gd name="T52" fmla="*/ 72 w 246"/>
                <a:gd name="T53" fmla="*/ 16 h 310"/>
                <a:gd name="T54" fmla="*/ 46 w 246"/>
                <a:gd name="T55" fmla="*/ 7 h 310"/>
                <a:gd name="T56" fmla="*/ 24 w 246"/>
                <a:gd name="T57" fmla="*/ 1 h 310"/>
                <a:gd name="T58" fmla="*/ 7 w 246"/>
                <a:gd name="T59" fmla="*/ 1 h 310"/>
                <a:gd name="T60" fmla="*/ 8 w 246"/>
                <a:gd name="T61" fmla="*/ 6 h 310"/>
                <a:gd name="T62" fmla="*/ 28 w 246"/>
                <a:gd name="T63" fmla="*/ 14 h 310"/>
                <a:gd name="T64" fmla="*/ 51 w 246"/>
                <a:gd name="T65" fmla="*/ 24 h 310"/>
                <a:gd name="T66" fmla="*/ 78 w 246"/>
                <a:gd name="T67" fmla="*/ 37 h 310"/>
                <a:gd name="T68" fmla="*/ 106 w 246"/>
                <a:gd name="T69" fmla="*/ 51 h 310"/>
                <a:gd name="T70" fmla="*/ 134 w 246"/>
                <a:gd name="T71" fmla="*/ 69 h 310"/>
                <a:gd name="T72" fmla="*/ 163 w 246"/>
                <a:gd name="T73" fmla="*/ 87 h 310"/>
                <a:gd name="T74" fmla="*/ 187 w 246"/>
                <a:gd name="T75" fmla="*/ 105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3" name="Freeform 1017"/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31 w 83"/>
                <a:gd name="T1" fmla="*/ 14 h 187"/>
                <a:gd name="T2" fmla="*/ 29 w 83"/>
                <a:gd name="T3" fmla="*/ 8 h 187"/>
                <a:gd name="T4" fmla="*/ 25 w 83"/>
                <a:gd name="T5" fmla="*/ 3 h 187"/>
                <a:gd name="T6" fmla="*/ 19 w 83"/>
                <a:gd name="T7" fmla="*/ 1 h 187"/>
                <a:gd name="T8" fmla="*/ 14 w 83"/>
                <a:gd name="T9" fmla="*/ 0 h 187"/>
                <a:gd name="T10" fmla="*/ 8 w 83"/>
                <a:gd name="T11" fmla="*/ 2 h 187"/>
                <a:gd name="T12" fmla="*/ 3 w 83"/>
                <a:gd name="T13" fmla="*/ 5 h 187"/>
                <a:gd name="T14" fmla="*/ 0 w 83"/>
                <a:gd name="T15" fmla="*/ 11 h 187"/>
                <a:gd name="T16" fmla="*/ 0 w 83"/>
                <a:gd name="T17" fmla="*/ 17 h 187"/>
                <a:gd name="T18" fmla="*/ 5 w 83"/>
                <a:gd name="T19" fmla="*/ 42 h 187"/>
                <a:gd name="T20" fmla="*/ 15 w 83"/>
                <a:gd name="T21" fmla="*/ 71 h 187"/>
                <a:gd name="T22" fmla="*/ 27 w 83"/>
                <a:gd name="T23" fmla="*/ 100 h 187"/>
                <a:gd name="T24" fmla="*/ 41 w 83"/>
                <a:gd name="T25" fmla="*/ 127 h 187"/>
                <a:gd name="T26" fmla="*/ 55 w 83"/>
                <a:gd name="T27" fmla="*/ 151 h 187"/>
                <a:gd name="T28" fmla="*/ 68 w 83"/>
                <a:gd name="T29" fmla="*/ 171 h 187"/>
                <a:gd name="T30" fmla="*/ 77 w 83"/>
                <a:gd name="T31" fmla="*/ 184 h 187"/>
                <a:gd name="T32" fmla="*/ 83 w 83"/>
                <a:gd name="T33" fmla="*/ 187 h 187"/>
                <a:gd name="T34" fmla="*/ 80 w 83"/>
                <a:gd name="T35" fmla="*/ 174 h 187"/>
                <a:gd name="T36" fmla="*/ 75 w 83"/>
                <a:gd name="T37" fmla="*/ 158 h 187"/>
                <a:gd name="T38" fmla="*/ 68 w 83"/>
                <a:gd name="T39" fmla="*/ 138 h 187"/>
                <a:gd name="T40" fmla="*/ 59 w 83"/>
                <a:gd name="T41" fmla="*/ 113 h 187"/>
                <a:gd name="T42" fmla="*/ 51 w 83"/>
                <a:gd name="T43" fmla="*/ 88 h 187"/>
                <a:gd name="T44" fmla="*/ 43 w 83"/>
                <a:gd name="T45" fmla="*/ 63 h 187"/>
                <a:gd name="T46" fmla="*/ 36 w 83"/>
                <a:gd name="T47" fmla="*/ 38 h 187"/>
                <a:gd name="T48" fmla="*/ 31 w 83"/>
                <a:gd name="T49" fmla="*/ 14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4" name="Freeform 1018"/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22 w 44"/>
                <a:gd name="T1" fmla="*/ 10 h 94"/>
                <a:gd name="T2" fmla="*/ 21 w 44"/>
                <a:gd name="T3" fmla="*/ 6 h 94"/>
                <a:gd name="T4" fmla="*/ 18 w 44"/>
                <a:gd name="T5" fmla="*/ 2 h 94"/>
                <a:gd name="T6" fmla="*/ 14 w 44"/>
                <a:gd name="T7" fmla="*/ 0 h 94"/>
                <a:gd name="T8" fmla="*/ 10 w 44"/>
                <a:gd name="T9" fmla="*/ 0 h 94"/>
                <a:gd name="T10" fmla="*/ 6 w 44"/>
                <a:gd name="T11" fmla="*/ 1 h 94"/>
                <a:gd name="T12" fmla="*/ 3 w 44"/>
                <a:gd name="T13" fmla="*/ 3 h 94"/>
                <a:gd name="T14" fmla="*/ 0 w 44"/>
                <a:gd name="T15" fmla="*/ 7 h 94"/>
                <a:gd name="T16" fmla="*/ 0 w 44"/>
                <a:gd name="T17" fmla="*/ 11 h 94"/>
                <a:gd name="T18" fmla="*/ 0 w 44"/>
                <a:gd name="T19" fmla="*/ 24 h 94"/>
                <a:gd name="T20" fmla="*/ 4 w 44"/>
                <a:gd name="T21" fmla="*/ 38 h 94"/>
                <a:gd name="T22" fmla="*/ 8 w 44"/>
                <a:gd name="T23" fmla="*/ 52 h 94"/>
                <a:gd name="T24" fmla="*/ 14 w 44"/>
                <a:gd name="T25" fmla="*/ 65 h 94"/>
                <a:gd name="T26" fmla="*/ 21 w 44"/>
                <a:gd name="T27" fmla="*/ 78 h 94"/>
                <a:gd name="T28" fmla="*/ 28 w 44"/>
                <a:gd name="T29" fmla="*/ 87 h 94"/>
                <a:gd name="T30" fmla="*/ 37 w 44"/>
                <a:gd name="T31" fmla="*/ 93 h 94"/>
                <a:gd name="T32" fmla="*/ 42 w 44"/>
                <a:gd name="T33" fmla="*/ 94 h 94"/>
                <a:gd name="T34" fmla="*/ 44 w 44"/>
                <a:gd name="T35" fmla="*/ 76 h 94"/>
                <a:gd name="T36" fmla="*/ 38 w 44"/>
                <a:gd name="T37" fmla="*/ 54 h 94"/>
                <a:gd name="T38" fmla="*/ 31 w 44"/>
                <a:gd name="T39" fmla="*/ 32 h 94"/>
                <a:gd name="T40" fmla="*/ 22 w 44"/>
                <a:gd name="T41" fmla="*/ 1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5" name="Freeform 1019"/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20 w 38"/>
                <a:gd name="T1" fmla="*/ 7 h 54"/>
                <a:gd name="T2" fmla="*/ 20 w 38"/>
                <a:gd name="T3" fmla="*/ 8 h 54"/>
                <a:gd name="T4" fmla="*/ 20 w 38"/>
                <a:gd name="T5" fmla="*/ 8 h 54"/>
                <a:gd name="T6" fmla="*/ 20 w 38"/>
                <a:gd name="T7" fmla="*/ 8 h 54"/>
                <a:gd name="T8" fmla="*/ 20 w 38"/>
                <a:gd name="T9" fmla="*/ 8 h 54"/>
                <a:gd name="T10" fmla="*/ 19 w 38"/>
                <a:gd name="T11" fmla="*/ 4 h 54"/>
                <a:gd name="T12" fmla="*/ 15 w 38"/>
                <a:gd name="T13" fmla="*/ 1 h 54"/>
                <a:gd name="T14" fmla="*/ 12 w 38"/>
                <a:gd name="T15" fmla="*/ 0 h 54"/>
                <a:gd name="T16" fmla="*/ 7 w 38"/>
                <a:gd name="T17" fmla="*/ 0 h 54"/>
                <a:gd name="T18" fmla="*/ 4 w 38"/>
                <a:gd name="T19" fmla="*/ 1 h 54"/>
                <a:gd name="T20" fmla="*/ 1 w 38"/>
                <a:gd name="T21" fmla="*/ 4 h 54"/>
                <a:gd name="T22" fmla="*/ 0 w 38"/>
                <a:gd name="T23" fmla="*/ 8 h 54"/>
                <a:gd name="T24" fmla="*/ 0 w 38"/>
                <a:gd name="T25" fmla="*/ 11 h 54"/>
                <a:gd name="T26" fmla="*/ 1 w 38"/>
                <a:gd name="T27" fmla="*/ 17 h 54"/>
                <a:gd name="T28" fmla="*/ 4 w 38"/>
                <a:gd name="T29" fmla="*/ 24 h 54"/>
                <a:gd name="T30" fmla="*/ 8 w 38"/>
                <a:gd name="T31" fmla="*/ 32 h 54"/>
                <a:gd name="T32" fmla="*/ 14 w 38"/>
                <a:gd name="T33" fmla="*/ 39 h 54"/>
                <a:gd name="T34" fmla="*/ 20 w 38"/>
                <a:gd name="T35" fmla="*/ 46 h 54"/>
                <a:gd name="T36" fmla="*/ 27 w 38"/>
                <a:gd name="T37" fmla="*/ 50 h 54"/>
                <a:gd name="T38" fmla="*/ 33 w 38"/>
                <a:gd name="T39" fmla="*/ 54 h 54"/>
                <a:gd name="T40" fmla="*/ 38 w 38"/>
                <a:gd name="T41" fmla="*/ 54 h 54"/>
                <a:gd name="T42" fmla="*/ 36 w 38"/>
                <a:gd name="T43" fmla="*/ 42 h 54"/>
                <a:gd name="T44" fmla="*/ 32 w 38"/>
                <a:gd name="T45" fmla="*/ 29 h 54"/>
                <a:gd name="T46" fmla="*/ 25 w 38"/>
                <a:gd name="T47" fmla="*/ 16 h 54"/>
                <a:gd name="T48" fmla="*/ 20 w 38"/>
                <a:gd name="T49" fmla="*/ 7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6" name="Freeform 1020"/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41 w 52"/>
                <a:gd name="T1" fmla="*/ 27 h 36"/>
                <a:gd name="T2" fmla="*/ 46 w 52"/>
                <a:gd name="T3" fmla="*/ 24 h 36"/>
                <a:gd name="T4" fmla="*/ 51 w 52"/>
                <a:gd name="T5" fmla="*/ 21 h 36"/>
                <a:gd name="T6" fmla="*/ 52 w 52"/>
                <a:gd name="T7" fmla="*/ 16 h 36"/>
                <a:gd name="T8" fmla="*/ 52 w 52"/>
                <a:gd name="T9" fmla="*/ 12 h 36"/>
                <a:gd name="T10" fmla="*/ 50 w 52"/>
                <a:gd name="T11" fmla="*/ 6 h 36"/>
                <a:gd name="T12" fmla="*/ 46 w 52"/>
                <a:gd name="T13" fmla="*/ 2 h 36"/>
                <a:gd name="T14" fmla="*/ 41 w 52"/>
                <a:gd name="T15" fmla="*/ 0 h 36"/>
                <a:gd name="T16" fmla="*/ 36 w 52"/>
                <a:gd name="T17" fmla="*/ 0 h 36"/>
                <a:gd name="T18" fmla="*/ 33 w 52"/>
                <a:gd name="T19" fmla="*/ 0 h 36"/>
                <a:gd name="T20" fmla="*/ 29 w 52"/>
                <a:gd name="T21" fmla="*/ 1 h 36"/>
                <a:gd name="T22" fmla="*/ 21 w 52"/>
                <a:gd name="T23" fmla="*/ 4 h 36"/>
                <a:gd name="T24" fmla="*/ 13 w 52"/>
                <a:gd name="T25" fmla="*/ 8 h 36"/>
                <a:gd name="T26" fmla="*/ 6 w 52"/>
                <a:gd name="T27" fmla="*/ 15 h 36"/>
                <a:gd name="T28" fmla="*/ 3 w 52"/>
                <a:gd name="T29" fmla="*/ 22 h 36"/>
                <a:gd name="T30" fmla="*/ 0 w 52"/>
                <a:gd name="T31" fmla="*/ 29 h 36"/>
                <a:gd name="T32" fmla="*/ 0 w 52"/>
                <a:gd name="T33" fmla="*/ 31 h 36"/>
                <a:gd name="T34" fmla="*/ 4 w 52"/>
                <a:gd name="T35" fmla="*/ 33 h 36"/>
                <a:gd name="T36" fmla="*/ 9 w 52"/>
                <a:gd name="T37" fmla="*/ 36 h 36"/>
                <a:gd name="T38" fmla="*/ 13 w 52"/>
                <a:gd name="T39" fmla="*/ 36 h 36"/>
                <a:gd name="T40" fmla="*/ 18 w 52"/>
                <a:gd name="T41" fmla="*/ 36 h 36"/>
                <a:gd name="T42" fmla="*/ 24 w 52"/>
                <a:gd name="T43" fmla="*/ 33 h 36"/>
                <a:gd name="T44" fmla="*/ 30 w 52"/>
                <a:gd name="T45" fmla="*/ 32 h 36"/>
                <a:gd name="T46" fmla="*/ 36 w 52"/>
                <a:gd name="T47" fmla="*/ 30 h 36"/>
                <a:gd name="T48" fmla="*/ 41 w 52"/>
                <a:gd name="T49" fmla="*/ 27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" name="Freeform 1021"/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73 w 198"/>
                <a:gd name="T1" fmla="*/ 36 h 236"/>
                <a:gd name="T2" fmla="*/ 58 w 198"/>
                <a:gd name="T3" fmla="*/ 46 h 236"/>
                <a:gd name="T4" fmla="*/ 46 w 198"/>
                <a:gd name="T5" fmla="*/ 58 h 236"/>
                <a:gd name="T6" fmla="*/ 33 w 198"/>
                <a:gd name="T7" fmla="*/ 72 h 236"/>
                <a:gd name="T8" fmla="*/ 22 w 198"/>
                <a:gd name="T9" fmla="*/ 85 h 236"/>
                <a:gd name="T10" fmla="*/ 14 w 198"/>
                <a:gd name="T11" fmla="*/ 100 h 236"/>
                <a:gd name="T12" fmla="*/ 7 w 198"/>
                <a:gd name="T13" fmla="*/ 115 h 236"/>
                <a:gd name="T14" fmla="*/ 2 w 198"/>
                <a:gd name="T15" fmla="*/ 130 h 236"/>
                <a:gd name="T16" fmla="*/ 0 w 198"/>
                <a:gd name="T17" fmla="*/ 146 h 236"/>
                <a:gd name="T18" fmla="*/ 2 w 198"/>
                <a:gd name="T19" fmla="*/ 170 h 236"/>
                <a:gd name="T20" fmla="*/ 12 w 198"/>
                <a:gd name="T21" fmla="*/ 190 h 236"/>
                <a:gd name="T22" fmla="*/ 26 w 198"/>
                <a:gd name="T23" fmla="*/ 207 h 236"/>
                <a:gd name="T24" fmla="*/ 43 w 198"/>
                <a:gd name="T25" fmla="*/ 220 h 236"/>
                <a:gd name="T26" fmla="*/ 64 w 198"/>
                <a:gd name="T27" fmla="*/ 229 h 236"/>
                <a:gd name="T28" fmla="*/ 88 w 198"/>
                <a:gd name="T29" fmla="*/ 235 h 236"/>
                <a:gd name="T30" fmla="*/ 110 w 198"/>
                <a:gd name="T31" fmla="*/ 236 h 236"/>
                <a:gd name="T32" fmla="*/ 132 w 198"/>
                <a:gd name="T33" fmla="*/ 232 h 236"/>
                <a:gd name="T34" fmla="*/ 137 w 198"/>
                <a:gd name="T35" fmla="*/ 232 h 236"/>
                <a:gd name="T36" fmla="*/ 142 w 198"/>
                <a:gd name="T37" fmla="*/ 230 h 236"/>
                <a:gd name="T38" fmla="*/ 145 w 198"/>
                <a:gd name="T39" fmla="*/ 226 h 236"/>
                <a:gd name="T40" fmla="*/ 146 w 198"/>
                <a:gd name="T41" fmla="*/ 221 h 236"/>
                <a:gd name="T42" fmla="*/ 145 w 198"/>
                <a:gd name="T43" fmla="*/ 219 h 236"/>
                <a:gd name="T44" fmla="*/ 142 w 198"/>
                <a:gd name="T45" fmla="*/ 219 h 236"/>
                <a:gd name="T46" fmla="*/ 137 w 198"/>
                <a:gd name="T47" fmla="*/ 217 h 236"/>
                <a:gd name="T48" fmla="*/ 131 w 198"/>
                <a:gd name="T49" fmla="*/ 217 h 236"/>
                <a:gd name="T50" fmla="*/ 124 w 198"/>
                <a:gd name="T51" fmla="*/ 217 h 236"/>
                <a:gd name="T52" fmla="*/ 118 w 198"/>
                <a:gd name="T53" fmla="*/ 217 h 236"/>
                <a:gd name="T54" fmla="*/ 112 w 198"/>
                <a:gd name="T55" fmla="*/ 217 h 236"/>
                <a:gd name="T56" fmla="*/ 109 w 198"/>
                <a:gd name="T57" fmla="*/ 217 h 236"/>
                <a:gd name="T58" fmla="*/ 97 w 198"/>
                <a:gd name="T59" fmla="*/ 216 h 236"/>
                <a:gd name="T60" fmla="*/ 87 w 198"/>
                <a:gd name="T61" fmla="*/ 215 h 236"/>
                <a:gd name="T62" fmla="*/ 75 w 198"/>
                <a:gd name="T63" fmla="*/ 214 h 236"/>
                <a:gd name="T64" fmla="*/ 63 w 198"/>
                <a:gd name="T65" fmla="*/ 211 h 236"/>
                <a:gd name="T66" fmla="*/ 51 w 198"/>
                <a:gd name="T67" fmla="*/ 207 h 236"/>
                <a:gd name="T68" fmla="*/ 40 w 198"/>
                <a:gd name="T69" fmla="*/ 199 h 236"/>
                <a:gd name="T70" fmla="*/ 29 w 198"/>
                <a:gd name="T71" fmla="*/ 189 h 236"/>
                <a:gd name="T72" fmla="*/ 17 w 198"/>
                <a:gd name="T73" fmla="*/ 174 h 236"/>
                <a:gd name="T74" fmla="*/ 15 w 198"/>
                <a:gd name="T75" fmla="*/ 157 h 236"/>
                <a:gd name="T76" fmla="*/ 16 w 198"/>
                <a:gd name="T77" fmla="*/ 141 h 236"/>
                <a:gd name="T78" fmla="*/ 21 w 198"/>
                <a:gd name="T79" fmla="*/ 124 h 236"/>
                <a:gd name="T80" fmla="*/ 28 w 198"/>
                <a:gd name="T81" fmla="*/ 109 h 236"/>
                <a:gd name="T82" fmla="*/ 39 w 198"/>
                <a:gd name="T83" fmla="*/ 96 h 236"/>
                <a:gd name="T84" fmla="*/ 50 w 198"/>
                <a:gd name="T85" fmla="*/ 82 h 236"/>
                <a:gd name="T86" fmla="*/ 63 w 198"/>
                <a:gd name="T87" fmla="*/ 70 h 236"/>
                <a:gd name="T88" fmla="*/ 78 w 198"/>
                <a:gd name="T89" fmla="*/ 59 h 236"/>
                <a:gd name="T90" fmla="*/ 94 w 198"/>
                <a:gd name="T91" fmla="*/ 49 h 236"/>
                <a:gd name="T92" fmla="*/ 110 w 198"/>
                <a:gd name="T93" fmla="*/ 39 h 236"/>
                <a:gd name="T94" fmla="*/ 126 w 198"/>
                <a:gd name="T95" fmla="*/ 31 h 236"/>
                <a:gd name="T96" fmla="*/ 142 w 198"/>
                <a:gd name="T97" fmla="*/ 24 h 236"/>
                <a:gd name="T98" fmla="*/ 158 w 198"/>
                <a:gd name="T99" fmla="*/ 19 h 236"/>
                <a:gd name="T100" fmla="*/ 172 w 198"/>
                <a:gd name="T101" fmla="*/ 13 h 236"/>
                <a:gd name="T102" fmla="*/ 186 w 198"/>
                <a:gd name="T103" fmla="*/ 10 h 236"/>
                <a:gd name="T104" fmla="*/ 198 w 198"/>
                <a:gd name="T105" fmla="*/ 7 h 236"/>
                <a:gd name="T106" fmla="*/ 190 w 198"/>
                <a:gd name="T107" fmla="*/ 3 h 236"/>
                <a:gd name="T108" fmla="*/ 177 w 198"/>
                <a:gd name="T109" fmla="*/ 0 h 236"/>
                <a:gd name="T110" fmla="*/ 162 w 198"/>
                <a:gd name="T111" fmla="*/ 3 h 236"/>
                <a:gd name="T112" fmla="*/ 144 w 198"/>
                <a:gd name="T113" fmla="*/ 6 h 236"/>
                <a:gd name="T114" fmla="*/ 124 w 198"/>
                <a:gd name="T115" fmla="*/ 12 h 236"/>
                <a:gd name="T116" fmla="*/ 105 w 198"/>
                <a:gd name="T117" fmla="*/ 19 h 236"/>
                <a:gd name="T118" fmla="*/ 88 w 198"/>
                <a:gd name="T119" fmla="*/ 28 h 236"/>
                <a:gd name="T120" fmla="*/ 73 w 198"/>
                <a:gd name="T121" fmla="*/ 36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8" name="Freeform 1022"/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108 w 128"/>
                <a:gd name="T1" fmla="*/ 61 h 183"/>
                <a:gd name="T2" fmla="*/ 111 w 128"/>
                <a:gd name="T3" fmla="*/ 80 h 183"/>
                <a:gd name="T4" fmla="*/ 109 w 128"/>
                <a:gd name="T5" fmla="*/ 97 h 183"/>
                <a:gd name="T6" fmla="*/ 101 w 128"/>
                <a:gd name="T7" fmla="*/ 110 h 183"/>
                <a:gd name="T8" fmla="*/ 89 w 128"/>
                <a:gd name="T9" fmla="*/ 123 h 183"/>
                <a:gd name="T10" fmla="*/ 75 w 128"/>
                <a:gd name="T11" fmla="*/ 134 h 183"/>
                <a:gd name="T12" fmla="*/ 60 w 128"/>
                <a:gd name="T13" fmla="*/ 145 h 183"/>
                <a:gd name="T14" fmla="*/ 43 w 128"/>
                <a:gd name="T15" fmla="*/ 156 h 183"/>
                <a:gd name="T16" fmla="*/ 29 w 128"/>
                <a:gd name="T17" fmla="*/ 167 h 183"/>
                <a:gd name="T18" fmla="*/ 27 w 128"/>
                <a:gd name="T19" fmla="*/ 170 h 183"/>
                <a:gd name="T20" fmla="*/ 26 w 128"/>
                <a:gd name="T21" fmla="*/ 172 h 183"/>
                <a:gd name="T22" fmla="*/ 26 w 128"/>
                <a:gd name="T23" fmla="*/ 176 h 183"/>
                <a:gd name="T24" fmla="*/ 28 w 128"/>
                <a:gd name="T25" fmla="*/ 179 h 183"/>
                <a:gd name="T26" fmla="*/ 30 w 128"/>
                <a:gd name="T27" fmla="*/ 182 h 183"/>
                <a:gd name="T28" fmla="*/ 34 w 128"/>
                <a:gd name="T29" fmla="*/ 183 h 183"/>
                <a:gd name="T30" fmla="*/ 37 w 128"/>
                <a:gd name="T31" fmla="*/ 183 h 183"/>
                <a:gd name="T32" fmla="*/ 41 w 128"/>
                <a:gd name="T33" fmla="*/ 182 h 183"/>
                <a:gd name="T34" fmla="*/ 58 w 128"/>
                <a:gd name="T35" fmla="*/ 171 h 183"/>
                <a:gd name="T36" fmla="*/ 76 w 128"/>
                <a:gd name="T37" fmla="*/ 160 h 183"/>
                <a:gd name="T38" fmla="*/ 92 w 128"/>
                <a:gd name="T39" fmla="*/ 147 h 183"/>
                <a:gd name="T40" fmla="*/ 108 w 128"/>
                <a:gd name="T41" fmla="*/ 132 h 183"/>
                <a:gd name="T42" fmla="*/ 118 w 128"/>
                <a:gd name="T43" fmla="*/ 116 h 183"/>
                <a:gd name="T44" fmla="*/ 125 w 128"/>
                <a:gd name="T45" fmla="*/ 98 h 183"/>
                <a:gd name="T46" fmla="*/ 128 w 128"/>
                <a:gd name="T47" fmla="*/ 78 h 183"/>
                <a:gd name="T48" fmla="*/ 123 w 128"/>
                <a:gd name="T49" fmla="*/ 58 h 183"/>
                <a:gd name="T50" fmla="*/ 112 w 128"/>
                <a:gd name="T51" fmla="*/ 41 h 183"/>
                <a:gd name="T52" fmla="*/ 98 w 128"/>
                <a:gd name="T53" fmla="*/ 28 h 183"/>
                <a:gd name="T54" fmla="*/ 80 w 128"/>
                <a:gd name="T55" fmla="*/ 16 h 183"/>
                <a:gd name="T56" fmla="*/ 61 w 128"/>
                <a:gd name="T57" fmla="*/ 8 h 183"/>
                <a:gd name="T58" fmla="*/ 41 w 128"/>
                <a:gd name="T59" fmla="*/ 2 h 183"/>
                <a:gd name="T60" fmla="*/ 23 w 128"/>
                <a:gd name="T61" fmla="*/ 0 h 183"/>
                <a:gd name="T62" fmla="*/ 9 w 128"/>
                <a:gd name="T63" fmla="*/ 1 h 183"/>
                <a:gd name="T64" fmla="*/ 0 w 128"/>
                <a:gd name="T65" fmla="*/ 6 h 183"/>
                <a:gd name="T66" fmla="*/ 16 w 128"/>
                <a:gd name="T67" fmla="*/ 10 h 183"/>
                <a:gd name="T68" fmla="*/ 33 w 128"/>
                <a:gd name="T69" fmla="*/ 14 h 183"/>
                <a:gd name="T70" fmla="*/ 48 w 128"/>
                <a:gd name="T71" fmla="*/ 17 h 183"/>
                <a:gd name="T72" fmla="*/ 63 w 128"/>
                <a:gd name="T73" fmla="*/ 22 h 183"/>
                <a:gd name="T74" fmla="*/ 77 w 128"/>
                <a:gd name="T75" fmla="*/ 28 h 183"/>
                <a:gd name="T76" fmla="*/ 90 w 128"/>
                <a:gd name="T77" fmla="*/ 36 h 183"/>
                <a:gd name="T78" fmla="*/ 101 w 128"/>
                <a:gd name="T79" fmla="*/ 46 h 183"/>
                <a:gd name="T80" fmla="*/ 108 w 128"/>
                <a:gd name="T81" fmla="*/ 61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9" name="Freeform 1023"/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101 w 323"/>
                <a:gd name="T1" fmla="*/ 70 h 379"/>
                <a:gd name="T2" fmla="*/ 54 w 323"/>
                <a:gd name="T3" fmla="*/ 115 h 379"/>
                <a:gd name="T4" fmla="*/ 18 w 323"/>
                <a:gd name="T5" fmla="*/ 167 h 379"/>
                <a:gd name="T6" fmla="*/ 0 w 323"/>
                <a:gd name="T7" fmla="*/ 227 h 379"/>
                <a:gd name="T8" fmla="*/ 4 w 323"/>
                <a:gd name="T9" fmla="*/ 267 h 379"/>
                <a:gd name="T10" fmla="*/ 11 w 323"/>
                <a:gd name="T11" fmla="*/ 283 h 379"/>
                <a:gd name="T12" fmla="*/ 21 w 323"/>
                <a:gd name="T13" fmla="*/ 298 h 379"/>
                <a:gd name="T14" fmla="*/ 34 w 323"/>
                <a:gd name="T15" fmla="*/ 311 h 379"/>
                <a:gd name="T16" fmla="*/ 57 w 323"/>
                <a:gd name="T17" fmla="*/ 325 h 379"/>
                <a:gd name="T18" fmla="*/ 87 w 323"/>
                <a:gd name="T19" fmla="*/ 340 h 379"/>
                <a:gd name="T20" fmla="*/ 120 w 323"/>
                <a:gd name="T21" fmla="*/ 351 h 379"/>
                <a:gd name="T22" fmla="*/ 153 w 323"/>
                <a:gd name="T23" fmla="*/ 360 h 379"/>
                <a:gd name="T24" fmla="*/ 187 w 323"/>
                <a:gd name="T25" fmla="*/ 367 h 379"/>
                <a:gd name="T26" fmla="*/ 221 w 323"/>
                <a:gd name="T27" fmla="*/ 372 h 379"/>
                <a:gd name="T28" fmla="*/ 256 w 323"/>
                <a:gd name="T29" fmla="*/ 375 h 379"/>
                <a:gd name="T30" fmla="*/ 290 w 323"/>
                <a:gd name="T31" fmla="*/ 378 h 379"/>
                <a:gd name="T32" fmla="*/ 312 w 323"/>
                <a:gd name="T33" fmla="*/ 379 h 379"/>
                <a:gd name="T34" fmla="*/ 320 w 323"/>
                <a:gd name="T35" fmla="*/ 372 h 379"/>
                <a:gd name="T36" fmla="*/ 323 w 323"/>
                <a:gd name="T37" fmla="*/ 360 h 379"/>
                <a:gd name="T38" fmla="*/ 316 w 323"/>
                <a:gd name="T39" fmla="*/ 352 h 379"/>
                <a:gd name="T40" fmla="*/ 295 w 323"/>
                <a:gd name="T41" fmla="*/ 351 h 379"/>
                <a:gd name="T42" fmla="*/ 263 w 323"/>
                <a:gd name="T43" fmla="*/ 350 h 379"/>
                <a:gd name="T44" fmla="*/ 231 w 323"/>
                <a:gd name="T45" fmla="*/ 348 h 379"/>
                <a:gd name="T46" fmla="*/ 200 w 323"/>
                <a:gd name="T47" fmla="*/ 343 h 379"/>
                <a:gd name="T48" fmla="*/ 168 w 323"/>
                <a:gd name="T49" fmla="*/ 337 h 379"/>
                <a:gd name="T50" fmla="*/ 136 w 323"/>
                <a:gd name="T51" fmla="*/ 329 h 379"/>
                <a:gd name="T52" fmla="*/ 106 w 323"/>
                <a:gd name="T53" fmla="*/ 320 h 379"/>
                <a:gd name="T54" fmla="*/ 76 w 323"/>
                <a:gd name="T55" fmla="*/ 306 h 379"/>
                <a:gd name="T56" fmla="*/ 51 w 323"/>
                <a:gd name="T57" fmla="*/ 291 h 379"/>
                <a:gd name="T58" fmla="*/ 35 w 323"/>
                <a:gd name="T59" fmla="*/ 269 h 379"/>
                <a:gd name="T60" fmla="*/ 31 w 323"/>
                <a:gd name="T61" fmla="*/ 239 h 379"/>
                <a:gd name="T62" fmla="*/ 38 w 323"/>
                <a:gd name="T63" fmla="*/ 197 h 379"/>
                <a:gd name="T64" fmla="*/ 51 w 323"/>
                <a:gd name="T65" fmla="*/ 165 h 379"/>
                <a:gd name="T66" fmla="*/ 68 w 323"/>
                <a:gd name="T67" fmla="*/ 136 h 379"/>
                <a:gd name="T68" fmla="*/ 89 w 323"/>
                <a:gd name="T69" fmla="*/ 111 h 379"/>
                <a:gd name="T70" fmla="*/ 114 w 323"/>
                <a:gd name="T71" fmla="*/ 88 h 379"/>
                <a:gd name="T72" fmla="*/ 144 w 323"/>
                <a:gd name="T73" fmla="*/ 64 h 379"/>
                <a:gd name="T74" fmla="*/ 181 w 323"/>
                <a:gd name="T75" fmla="*/ 41 h 379"/>
                <a:gd name="T76" fmla="*/ 219 w 323"/>
                <a:gd name="T77" fmla="*/ 22 h 379"/>
                <a:gd name="T78" fmla="*/ 253 w 323"/>
                <a:gd name="T79" fmla="*/ 7 h 379"/>
                <a:gd name="T80" fmla="*/ 255 w 323"/>
                <a:gd name="T81" fmla="*/ 0 h 379"/>
                <a:gd name="T82" fmla="*/ 221 w 323"/>
                <a:gd name="T83" fmla="*/ 5 h 379"/>
                <a:gd name="T84" fmla="*/ 181 w 323"/>
                <a:gd name="T85" fmla="*/ 19 h 379"/>
                <a:gd name="T86" fmla="*/ 142 w 323"/>
                <a:gd name="T87" fmla="*/ 39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0" name="Freeform 1024"/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235 w 282"/>
                <a:gd name="T1" fmla="*/ 78 h 253"/>
                <a:gd name="T2" fmla="*/ 248 w 282"/>
                <a:gd name="T3" fmla="*/ 92 h 253"/>
                <a:gd name="T4" fmla="*/ 255 w 282"/>
                <a:gd name="T5" fmla="*/ 108 h 253"/>
                <a:gd name="T6" fmla="*/ 259 w 282"/>
                <a:gd name="T7" fmla="*/ 125 h 253"/>
                <a:gd name="T8" fmla="*/ 259 w 282"/>
                <a:gd name="T9" fmla="*/ 144 h 253"/>
                <a:gd name="T10" fmla="*/ 257 w 282"/>
                <a:gd name="T11" fmla="*/ 159 h 253"/>
                <a:gd name="T12" fmla="*/ 252 w 282"/>
                <a:gd name="T13" fmla="*/ 171 h 253"/>
                <a:gd name="T14" fmla="*/ 244 w 282"/>
                <a:gd name="T15" fmla="*/ 184 h 253"/>
                <a:gd name="T16" fmla="*/ 236 w 282"/>
                <a:gd name="T17" fmla="*/ 194 h 253"/>
                <a:gd name="T18" fmla="*/ 225 w 282"/>
                <a:gd name="T19" fmla="*/ 206 h 253"/>
                <a:gd name="T20" fmla="*/ 215 w 282"/>
                <a:gd name="T21" fmla="*/ 215 h 253"/>
                <a:gd name="T22" fmla="*/ 204 w 282"/>
                <a:gd name="T23" fmla="*/ 225 h 253"/>
                <a:gd name="T24" fmla="*/ 194 w 282"/>
                <a:gd name="T25" fmla="*/ 236 h 253"/>
                <a:gd name="T26" fmla="*/ 191 w 282"/>
                <a:gd name="T27" fmla="*/ 239 h 253"/>
                <a:gd name="T28" fmla="*/ 190 w 282"/>
                <a:gd name="T29" fmla="*/ 242 h 253"/>
                <a:gd name="T30" fmla="*/ 191 w 282"/>
                <a:gd name="T31" fmla="*/ 246 h 253"/>
                <a:gd name="T32" fmla="*/ 194 w 282"/>
                <a:gd name="T33" fmla="*/ 249 h 253"/>
                <a:gd name="T34" fmla="*/ 197 w 282"/>
                <a:gd name="T35" fmla="*/ 252 h 253"/>
                <a:gd name="T36" fmla="*/ 201 w 282"/>
                <a:gd name="T37" fmla="*/ 253 h 253"/>
                <a:gd name="T38" fmla="*/ 205 w 282"/>
                <a:gd name="T39" fmla="*/ 252 h 253"/>
                <a:gd name="T40" fmla="*/ 209 w 282"/>
                <a:gd name="T41" fmla="*/ 249 h 253"/>
                <a:gd name="T42" fmla="*/ 232 w 282"/>
                <a:gd name="T43" fmla="*/ 234 h 253"/>
                <a:gd name="T44" fmla="*/ 251 w 282"/>
                <a:gd name="T45" fmla="*/ 215 h 253"/>
                <a:gd name="T46" fmla="*/ 267 w 282"/>
                <a:gd name="T47" fmla="*/ 192 h 253"/>
                <a:gd name="T48" fmla="*/ 278 w 282"/>
                <a:gd name="T49" fmla="*/ 168 h 253"/>
                <a:gd name="T50" fmla="*/ 282 w 282"/>
                <a:gd name="T51" fmla="*/ 141 h 253"/>
                <a:gd name="T52" fmla="*/ 279 w 282"/>
                <a:gd name="T53" fmla="*/ 116 h 253"/>
                <a:gd name="T54" fmla="*/ 270 w 282"/>
                <a:gd name="T55" fmla="*/ 92 h 253"/>
                <a:gd name="T56" fmla="*/ 251 w 282"/>
                <a:gd name="T57" fmla="*/ 70 h 253"/>
                <a:gd name="T58" fmla="*/ 237 w 282"/>
                <a:gd name="T59" fmla="*/ 59 h 253"/>
                <a:gd name="T60" fmla="*/ 221 w 282"/>
                <a:gd name="T61" fmla="*/ 48 h 253"/>
                <a:gd name="T62" fmla="*/ 202 w 282"/>
                <a:gd name="T63" fmla="*/ 39 h 253"/>
                <a:gd name="T64" fmla="*/ 183 w 282"/>
                <a:gd name="T65" fmla="*/ 31 h 253"/>
                <a:gd name="T66" fmla="*/ 163 w 282"/>
                <a:gd name="T67" fmla="*/ 24 h 253"/>
                <a:gd name="T68" fmla="*/ 142 w 282"/>
                <a:gd name="T69" fmla="*/ 18 h 253"/>
                <a:gd name="T70" fmla="*/ 122 w 282"/>
                <a:gd name="T71" fmla="*/ 13 h 253"/>
                <a:gd name="T72" fmla="*/ 101 w 282"/>
                <a:gd name="T73" fmla="*/ 8 h 253"/>
                <a:gd name="T74" fmla="*/ 82 w 282"/>
                <a:gd name="T75" fmla="*/ 5 h 253"/>
                <a:gd name="T76" fmla="*/ 63 w 282"/>
                <a:gd name="T77" fmla="*/ 2 h 253"/>
                <a:gd name="T78" fmla="*/ 47 w 282"/>
                <a:gd name="T79" fmla="*/ 0 h 253"/>
                <a:gd name="T80" fmla="*/ 32 w 282"/>
                <a:gd name="T81" fmla="*/ 0 h 253"/>
                <a:gd name="T82" fmla="*/ 19 w 282"/>
                <a:gd name="T83" fmla="*/ 0 h 253"/>
                <a:gd name="T84" fmla="*/ 10 w 282"/>
                <a:gd name="T85" fmla="*/ 1 h 253"/>
                <a:gd name="T86" fmla="*/ 4 w 282"/>
                <a:gd name="T87" fmla="*/ 4 h 253"/>
                <a:gd name="T88" fmla="*/ 0 w 282"/>
                <a:gd name="T89" fmla="*/ 6 h 253"/>
                <a:gd name="T90" fmla="*/ 12 w 282"/>
                <a:gd name="T91" fmla="*/ 8 h 253"/>
                <a:gd name="T92" fmla="*/ 25 w 282"/>
                <a:gd name="T93" fmla="*/ 9 h 253"/>
                <a:gd name="T94" fmla="*/ 38 w 282"/>
                <a:gd name="T95" fmla="*/ 12 h 253"/>
                <a:gd name="T96" fmla="*/ 52 w 282"/>
                <a:gd name="T97" fmla="*/ 14 h 253"/>
                <a:gd name="T98" fmla="*/ 67 w 282"/>
                <a:gd name="T99" fmla="*/ 16 h 253"/>
                <a:gd name="T100" fmla="*/ 82 w 282"/>
                <a:gd name="T101" fmla="*/ 18 h 253"/>
                <a:gd name="T102" fmla="*/ 97 w 282"/>
                <a:gd name="T103" fmla="*/ 22 h 253"/>
                <a:gd name="T104" fmla="*/ 114 w 282"/>
                <a:gd name="T105" fmla="*/ 25 h 253"/>
                <a:gd name="T106" fmla="*/ 129 w 282"/>
                <a:gd name="T107" fmla="*/ 30 h 253"/>
                <a:gd name="T108" fmla="*/ 146 w 282"/>
                <a:gd name="T109" fmla="*/ 35 h 253"/>
                <a:gd name="T110" fmla="*/ 162 w 282"/>
                <a:gd name="T111" fmla="*/ 40 h 253"/>
                <a:gd name="T112" fmla="*/ 177 w 282"/>
                <a:gd name="T113" fmla="*/ 46 h 253"/>
                <a:gd name="T114" fmla="*/ 192 w 282"/>
                <a:gd name="T115" fmla="*/ 53 h 253"/>
                <a:gd name="T116" fmla="*/ 208 w 282"/>
                <a:gd name="T117" fmla="*/ 60 h 253"/>
                <a:gd name="T118" fmla="*/ 222 w 282"/>
                <a:gd name="T119" fmla="*/ 69 h 253"/>
                <a:gd name="T120" fmla="*/ 235 w 282"/>
                <a:gd name="T121" fmla="*/ 78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1" name="Freeform 1025"/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128 h 236"/>
                <a:gd name="T2" fmla="*/ 0 w 115"/>
                <a:gd name="T3" fmla="*/ 148 h 236"/>
                <a:gd name="T4" fmla="*/ 5 w 115"/>
                <a:gd name="T5" fmla="*/ 166 h 236"/>
                <a:gd name="T6" fmla="*/ 13 w 115"/>
                <a:gd name="T7" fmla="*/ 184 h 236"/>
                <a:gd name="T8" fmla="*/ 24 w 115"/>
                <a:gd name="T9" fmla="*/ 198 h 236"/>
                <a:gd name="T10" fmla="*/ 39 w 115"/>
                <a:gd name="T11" fmla="*/ 211 h 236"/>
                <a:gd name="T12" fmla="*/ 55 w 115"/>
                <a:gd name="T13" fmla="*/ 223 h 236"/>
                <a:gd name="T14" fmla="*/ 74 w 115"/>
                <a:gd name="T15" fmla="*/ 231 h 236"/>
                <a:gd name="T16" fmla="*/ 92 w 115"/>
                <a:gd name="T17" fmla="*/ 235 h 236"/>
                <a:gd name="T18" fmla="*/ 98 w 115"/>
                <a:gd name="T19" fmla="*/ 236 h 236"/>
                <a:gd name="T20" fmla="*/ 104 w 115"/>
                <a:gd name="T21" fmla="*/ 234 h 236"/>
                <a:gd name="T22" fmla="*/ 109 w 115"/>
                <a:gd name="T23" fmla="*/ 231 h 236"/>
                <a:gd name="T24" fmla="*/ 111 w 115"/>
                <a:gd name="T25" fmla="*/ 226 h 236"/>
                <a:gd name="T26" fmla="*/ 111 w 115"/>
                <a:gd name="T27" fmla="*/ 220 h 236"/>
                <a:gd name="T28" fmla="*/ 110 w 115"/>
                <a:gd name="T29" fmla="*/ 215 h 236"/>
                <a:gd name="T30" fmla="*/ 107 w 115"/>
                <a:gd name="T31" fmla="*/ 210 h 236"/>
                <a:gd name="T32" fmla="*/ 101 w 115"/>
                <a:gd name="T33" fmla="*/ 208 h 236"/>
                <a:gd name="T34" fmla="*/ 82 w 115"/>
                <a:gd name="T35" fmla="*/ 201 h 236"/>
                <a:gd name="T36" fmla="*/ 64 w 115"/>
                <a:gd name="T37" fmla="*/ 192 h 236"/>
                <a:gd name="T38" fmla="*/ 50 w 115"/>
                <a:gd name="T39" fmla="*/ 179 h 236"/>
                <a:gd name="T40" fmla="*/ 40 w 115"/>
                <a:gd name="T41" fmla="*/ 165 h 236"/>
                <a:gd name="T42" fmla="*/ 33 w 115"/>
                <a:gd name="T43" fmla="*/ 148 h 236"/>
                <a:gd name="T44" fmla="*/ 29 w 115"/>
                <a:gd name="T45" fmla="*/ 130 h 236"/>
                <a:gd name="T46" fmla="*/ 29 w 115"/>
                <a:gd name="T47" fmla="*/ 110 h 236"/>
                <a:gd name="T48" fmla="*/ 35 w 115"/>
                <a:gd name="T49" fmla="*/ 89 h 236"/>
                <a:gd name="T50" fmla="*/ 43 w 115"/>
                <a:gd name="T51" fmla="*/ 74 h 236"/>
                <a:gd name="T52" fmla="*/ 56 w 115"/>
                <a:gd name="T53" fmla="*/ 60 h 236"/>
                <a:gd name="T54" fmla="*/ 70 w 115"/>
                <a:gd name="T55" fmla="*/ 46 h 236"/>
                <a:gd name="T56" fmla="*/ 85 w 115"/>
                <a:gd name="T57" fmla="*/ 33 h 236"/>
                <a:gd name="T58" fmla="*/ 98 w 115"/>
                <a:gd name="T59" fmla="*/ 23 h 236"/>
                <a:gd name="T60" fmla="*/ 109 w 115"/>
                <a:gd name="T61" fmla="*/ 12 h 236"/>
                <a:gd name="T62" fmla="*/ 115 w 115"/>
                <a:gd name="T63" fmla="*/ 6 h 236"/>
                <a:gd name="T64" fmla="*/ 115 w 115"/>
                <a:gd name="T65" fmla="*/ 0 h 236"/>
                <a:gd name="T66" fmla="*/ 102 w 115"/>
                <a:gd name="T67" fmla="*/ 4 h 236"/>
                <a:gd name="T68" fmla="*/ 85 w 115"/>
                <a:gd name="T69" fmla="*/ 12 h 236"/>
                <a:gd name="T70" fmla="*/ 68 w 115"/>
                <a:gd name="T71" fmla="*/ 26 h 236"/>
                <a:gd name="T72" fmla="*/ 49 w 115"/>
                <a:gd name="T73" fmla="*/ 42 h 236"/>
                <a:gd name="T74" fmla="*/ 32 w 115"/>
                <a:gd name="T75" fmla="*/ 61 h 236"/>
                <a:gd name="T76" fmla="*/ 17 w 115"/>
                <a:gd name="T77" fmla="*/ 82 h 236"/>
                <a:gd name="T78" fmla="*/ 6 w 115"/>
                <a:gd name="T79" fmla="*/ 105 h 236"/>
                <a:gd name="T80" fmla="*/ 0 w 115"/>
                <a:gd name="T81" fmla="*/ 128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2" name="Freeform 1026"/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208 w 245"/>
                <a:gd name="T1" fmla="*/ 124 h 310"/>
                <a:gd name="T2" fmla="*/ 220 w 245"/>
                <a:gd name="T3" fmla="*/ 144 h 310"/>
                <a:gd name="T4" fmla="*/ 226 w 245"/>
                <a:gd name="T5" fmla="*/ 164 h 310"/>
                <a:gd name="T6" fmla="*/ 222 w 245"/>
                <a:gd name="T7" fmla="*/ 187 h 310"/>
                <a:gd name="T8" fmla="*/ 208 w 245"/>
                <a:gd name="T9" fmla="*/ 209 h 310"/>
                <a:gd name="T10" fmla="*/ 188 w 245"/>
                <a:gd name="T11" fmla="*/ 229 h 310"/>
                <a:gd name="T12" fmla="*/ 166 w 245"/>
                <a:gd name="T13" fmla="*/ 246 h 310"/>
                <a:gd name="T14" fmla="*/ 142 w 245"/>
                <a:gd name="T15" fmla="*/ 264 h 310"/>
                <a:gd name="T16" fmla="*/ 128 w 245"/>
                <a:gd name="T17" fmla="*/ 278 h 310"/>
                <a:gd name="T18" fmla="*/ 124 w 245"/>
                <a:gd name="T19" fmla="*/ 287 h 310"/>
                <a:gd name="T20" fmla="*/ 120 w 245"/>
                <a:gd name="T21" fmla="*/ 296 h 310"/>
                <a:gd name="T22" fmla="*/ 122 w 245"/>
                <a:gd name="T23" fmla="*/ 306 h 310"/>
                <a:gd name="T24" fmla="*/ 131 w 245"/>
                <a:gd name="T25" fmla="*/ 310 h 310"/>
                <a:gd name="T26" fmla="*/ 139 w 245"/>
                <a:gd name="T27" fmla="*/ 309 h 310"/>
                <a:gd name="T28" fmla="*/ 154 w 245"/>
                <a:gd name="T29" fmla="*/ 292 h 310"/>
                <a:gd name="T30" fmla="*/ 180 w 245"/>
                <a:gd name="T31" fmla="*/ 269 h 310"/>
                <a:gd name="T32" fmla="*/ 207 w 245"/>
                <a:gd name="T33" fmla="*/ 246 h 310"/>
                <a:gd name="T34" fmla="*/ 230 w 245"/>
                <a:gd name="T35" fmla="*/ 219 h 310"/>
                <a:gd name="T36" fmla="*/ 244 w 245"/>
                <a:gd name="T37" fmla="*/ 186 h 310"/>
                <a:gd name="T38" fmla="*/ 243 w 245"/>
                <a:gd name="T39" fmla="*/ 152 h 310"/>
                <a:gd name="T40" fmla="*/ 228 w 245"/>
                <a:gd name="T41" fmla="*/ 119 h 310"/>
                <a:gd name="T42" fmla="*/ 203 w 245"/>
                <a:gd name="T43" fmla="*/ 93 h 310"/>
                <a:gd name="T44" fmla="*/ 176 w 245"/>
                <a:gd name="T45" fmla="*/ 76 h 310"/>
                <a:gd name="T46" fmla="*/ 151 w 245"/>
                <a:gd name="T47" fmla="*/ 61 h 310"/>
                <a:gd name="T48" fmla="*/ 122 w 245"/>
                <a:gd name="T49" fmla="*/ 46 h 310"/>
                <a:gd name="T50" fmla="*/ 93 w 245"/>
                <a:gd name="T51" fmla="*/ 31 h 310"/>
                <a:gd name="T52" fmla="*/ 66 w 245"/>
                <a:gd name="T53" fmla="*/ 18 h 310"/>
                <a:gd name="T54" fmla="*/ 40 w 245"/>
                <a:gd name="T55" fmla="*/ 8 h 310"/>
                <a:gd name="T56" fmla="*/ 20 w 245"/>
                <a:gd name="T57" fmla="*/ 1 h 310"/>
                <a:gd name="T58" fmla="*/ 5 w 245"/>
                <a:gd name="T59" fmla="*/ 0 h 310"/>
                <a:gd name="T60" fmla="*/ 11 w 245"/>
                <a:gd name="T61" fmla="*/ 8 h 310"/>
                <a:gd name="T62" fmla="*/ 36 w 245"/>
                <a:gd name="T63" fmla="*/ 20 h 310"/>
                <a:gd name="T64" fmla="*/ 60 w 245"/>
                <a:gd name="T65" fmla="*/ 31 h 310"/>
                <a:gd name="T66" fmla="*/ 86 w 245"/>
                <a:gd name="T67" fmla="*/ 44 h 310"/>
                <a:gd name="T68" fmla="*/ 113 w 245"/>
                <a:gd name="T69" fmla="*/ 57 h 310"/>
                <a:gd name="T70" fmla="*/ 139 w 245"/>
                <a:gd name="T71" fmla="*/ 71 h 310"/>
                <a:gd name="T72" fmla="*/ 165 w 245"/>
                <a:gd name="T73" fmla="*/ 88 h 310"/>
                <a:gd name="T74" fmla="*/ 188 w 245"/>
                <a:gd name="T75" fmla="*/ 106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3" name="Freeform 1027"/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6320" name="Group 1033"/>
          <p:cNvGrpSpPr>
            <a:grpSpLocks/>
          </p:cNvGrpSpPr>
          <p:nvPr/>
        </p:nvGrpSpPr>
        <p:grpSpPr bwMode="auto">
          <a:xfrm>
            <a:off x="4206876" y="1730375"/>
            <a:ext cx="3013075" cy="2796646"/>
            <a:chOff x="2650" y="1308"/>
            <a:chExt cx="1898" cy="2114"/>
          </a:xfrm>
        </p:grpSpPr>
        <p:sp>
          <p:nvSpPr>
            <p:cNvPr id="3202" name="Line 1034"/>
            <p:cNvSpPr>
              <a:spLocks noChangeShapeType="1"/>
            </p:cNvSpPr>
            <p:nvPr/>
          </p:nvSpPr>
          <p:spPr bwMode="auto">
            <a:xfrm flipH="1">
              <a:off x="3800" y="1315"/>
              <a:ext cx="188" cy="671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" name="Line 1035"/>
            <p:cNvSpPr>
              <a:spLocks noChangeShapeType="1"/>
            </p:cNvSpPr>
            <p:nvPr/>
          </p:nvSpPr>
          <p:spPr bwMode="auto">
            <a:xfrm flipH="1">
              <a:off x="3501" y="1308"/>
              <a:ext cx="15" cy="1831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" name="Line 1036"/>
            <p:cNvSpPr>
              <a:spLocks noChangeShapeType="1"/>
            </p:cNvSpPr>
            <p:nvPr/>
          </p:nvSpPr>
          <p:spPr bwMode="auto">
            <a:xfrm>
              <a:off x="3740" y="2940"/>
              <a:ext cx="808" cy="482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" name="Text Box 1037"/>
            <p:cNvSpPr txBox="1">
              <a:spLocks noChangeArrowheads="1"/>
            </p:cNvSpPr>
            <p:nvPr/>
          </p:nvSpPr>
          <p:spPr bwMode="auto">
            <a:xfrm>
              <a:off x="2650" y="1581"/>
              <a:ext cx="869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000">
                  <a:solidFill>
                    <a:srgbClr val="FF3300"/>
                  </a:solidFill>
                </a:rPr>
                <a:t>peer-peer</a:t>
              </a:r>
            </a:p>
          </p:txBody>
        </p:sp>
      </p:grpSp>
      <p:sp>
        <p:nvSpPr>
          <p:cNvPr id="6" name="Footer Placeholder 2"/>
          <p:cNvSpPr txBox="1">
            <a:spLocks noGrp="1"/>
          </p:cNvSpPr>
          <p:nvPr/>
        </p:nvSpPr>
        <p:spPr bwMode="auto">
          <a:xfrm>
            <a:off x="7618413" y="5443803"/>
            <a:ext cx="1452562" cy="238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Arial" charset="0"/>
                <a:cs typeface="Arial" charset="0"/>
              </a:rPr>
              <a:t>Application  2-</a:t>
            </a:r>
            <a:fld id="{D7060D3D-43C3-4918-8937-9B39CF410E2C}" type="slidenum">
              <a:rPr lang="en-US" sz="1200">
                <a:latin typeface="Arial" charset="0"/>
                <a:cs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sz="12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3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Hybrid of client-server and P2P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1148292"/>
            <a:ext cx="7772400" cy="417380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Skype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voice-over-IP P2P application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centralized server: finding address of remote party: 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client-client connection: direct (not through server) </a:t>
            </a:r>
          </a:p>
        </p:txBody>
      </p:sp>
      <p:sp>
        <p:nvSpPr>
          <p:cNvPr id="6" name="Footer Placeholder 2"/>
          <p:cNvSpPr txBox="1">
            <a:spLocks noGrp="1"/>
          </p:cNvSpPr>
          <p:nvPr/>
        </p:nvSpPr>
        <p:spPr bwMode="auto">
          <a:xfrm>
            <a:off x="7618413" y="5443803"/>
            <a:ext cx="1452562" cy="238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Arial" charset="0"/>
                <a:cs typeface="Arial" charset="0"/>
              </a:rPr>
              <a:t>Application  2-</a:t>
            </a:r>
            <a:fld id="{F8C4E4BC-2C9E-40ED-A86B-CEE49566378B}" type="slidenum">
              <a:rPr lang="en-US" sz="1200">
                <a:latin typeface="Arial" charset="0"/>
                <a:cs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sz="12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13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  <a:ln w="25400">
            <a:solidFill>
              <a:schemeClr val="tx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Client/</a:t>
            </a:r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Sever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0922"/>
              </p:ext>
            </p:extLst>
          </p:nvPr>
        </p:nvGraphicFramePr>
        <p:xfrm>
          <a:off x="457200" y="1333500"/>
          <a:ext cx="8229600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Client / Server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 The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term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Client/Server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was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first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used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 the 1980s.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 The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term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Client/Server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is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 reality a </a:t>
                      </a:r>
                      <a:r>
                        <a:rPr lang="fr-FR" b="1" i="1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logical</a:t>
                      </a:r>
                      <a:r>
                        <a:rPr lang="fr-FR" b="1" i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concept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A single machine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can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both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 client and a server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depending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on the software  </a:t>
                      </a:r>
                    </a:p>
                    <a:p>
                      <a:pPr>
                        <a:buFont typeface="Wingdings" pitchFamily="2" charset="2"/>
                        <a:buNone/>
                      </a:pP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   configuration.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The Client and server components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may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not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exist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on distinct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physical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hardware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The Client/Server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technology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is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a model, for the interaction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between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simulaneously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>
                        <a:buFont typeface="Wingdings" pitchFamily="2" charset="2"/>
                        <a:buNone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executing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software </a:t>
                      </a:r>
                      <a:r>
                        <a:rPr lang="fr-FR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process</a:t>
                      </a: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rabih.tarraf@gmail.com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828435"/>
          </a:xfrm>
          <a:solidFill>
            <a:schemeClr val="tx2"/>
          </a:solidFill>
          <a:ln w="25400" cmpd="sng">
            <a:solidFill>
              <a:schemeClr val="tx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Client / Server ?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half" idx="1"/>
          </p:nvPr>
        </p:nvGraphicFramePr>
        <p:xfrm>
          <a:off x="457200" y="1111251"/>
          <a:ext cx="8218488" cy="4285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6729">
                <a:tc gridSpan="2">
                  <a:txBody>
                    <a:bodyPr/>
                    <a:lstStyle/>
                    <a:p>
                      <a:endParaRPr lang="fr-FR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fr-FR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fr-FR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fr-FR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070">
                <a:tc>
                  <a:txBody>
                    <a:bodyPr/>
                    <a:lstStyle/>
                    <a:p>
                      <a:r>
                        <a:rPr lang="fr-FR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What’s</a:t>
                      </a:r>
                      <a:r>
                        <a:rPr lang="fr-FR" b="1" dirty="0" smtClean="0">
                          <a:latin typeface="Times New Roman" pitchFamily="18" charset="0"/>
                          <a:cs typeface="Times New Roman" pitchFamily="18" charset="0"/>
                        </a:rPr>
                        <a:t> Client </a:t>
                      </a:r>
                      <a:r>
                        <a:rPr lang="fr-FR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Computing</a:t>
                      </a:r>
                      <a:r>
                        <a:rPr lang="fr-FR" b="1" dirty="0" smtClean="0">
                          <a:latin typeface="Times New Roman" pitchFamily="18" charset="0"/>
                          <a:cs typeface="Times New Roman" pitchFamily="18" charset="0"/>
                        </a:rPr>
                        <a:t> ?</a:t>
                      </a:r>
                      <a:endParaRPr lang="fr-FR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baseline="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What’s</a:t>
                      </a:r>
                      <a:r>
                        <a:rPr lang="fr-FR" b="1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Server </a:t>
                      </a:r>
                      <a:r>
                        <a:rPr lang="fr-FR" b="1" baseline="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computing</a:t>
                      </a:r>
                      <a:r>
                        <a:rPr lang="fr-FR" b="1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?</a:t>
                      </a:r>
                      <a:endParaRPr lang="fr-FR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628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Client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is any process that </a:t>
                      </a:r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requests specific services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from the server process.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Client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can request services from several servers on the network without regard to the location or the physical characteristics of the computer in which the Server process resides.</a:t>
                      </a:r>
                    </a:p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The client is a consumer of services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Server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is a process that </a:t>
                      </a:r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provides requested services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for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the Client.</a:t>
                      </a:r>
                    </a:p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The </a:t>
                      </a:r>
                      <a:r>
                        <a:rPr lang="en-US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Server 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can provide services for</a:t>
                      </a:r>
                      <a:r>
                        <a:rPr lang="en-US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more than one Client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The server  process is a provider of services. </a:t>
                      </a:r>
                      <a:endParaRPr lang="fr-FR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094">
                <a:tc gridSpan="2"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Client and Server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Processes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1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can</a:t>
                      </a:r>
                      <a:r>
                        <a:rPr lang="fr-FR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1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reside</a:t>
                      </a:r>
                      <a:r>
                        <a:rPr lang="fr-FR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in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same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computer or in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different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computers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linked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by a network.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endParaRPr lang="fr-FR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10" descr="cs-120-3.33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1133941"/>
            <a:ext cx="8208912" cy="121950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</p:nvPr>
        </p:nvGraphicFramePr>
        <p:xfrm>
          <a:off x="467544" y="985292"/>
          <a:ext cx="8219256" cy="4429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2265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The type of servers</a:t>
                      </a:r>
                      <a:endParaRPr lang="fr-FR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15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Web Server: 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This machine stores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ande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retrieves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Internet (and Intranet) data for the entreprise.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Some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documents, data, etc.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reside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on web servers. Web application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provides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access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to documents and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other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data.</a:t>
                      </a:r>
                      <a:endParaRPr lang="fr-FR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369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Mail Server: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This machine manages the flow of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electronic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mail, messaging, and communication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with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mainframe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systems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on large-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scale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networks.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505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1" dirty="0" smtClean="0">
                          <a:latin typeface="Times New Roman" pitchFamily="18" charset="0"/>
                          <a:cs typeface="Times New Roman" pitchFamily="18" charset="0"/>
                        </a:rPr>
                        <a:t>File</a:t>
                      </a:r>
                      <a:r>
                        <a:rPr lang="fr-FR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Server: 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provides clients access to records within files from the server machine. (ex: NFS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 Unix, «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Map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Drive » in Microsoft Windows )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15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r>
                        <a:rPr lang="fr-FR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1" dirty="0" smtClean="0">
                          <a:latin typeface="Times New Roman" pitchFamily="18" charset="0"/>
                          <a:cs typeface="Times New Roman" pitchFamily="18" charset="0"/>
                        </a:rPr>
                        <a:t>Server : </a:t>
                      </a: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Data resides on server, in the form of a SQL database.</a:t>
                      </a:r>
                      <a:r>
                        <a:rPr lang="en-US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It </a:t>
                      </a: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provides access to data to clients, in response to SQL requests.</a:t>
                      </a:r>
                      <a:r>
                        <a:rPr lang="en-US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It receives SQL requests and processes them and returning only the requested data. (Oracle9i database server)</a:t>
                      </a:r>
                      <a:endParaRPr lang="fr-FR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24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b="1" dirty="0" smtClean="0">
                          <a:latin typeface="Times New Roman" pitchFamily="18" charset="0"/>
                          <a:cs typeface="Times New Roman" pitchFamily="18" charset="0"/>
                        </a:rPr>
                        <a:t> Application</a:t>
                      </a:r>
                      <a:r>
                        <a:rPr lang="fr-FR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Server: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This machine manages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access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to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centralized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application software;  for ex.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shared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…etc. (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Print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Server, Fax Server, Directory Services Server, Transaction Servers,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Groupware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Servers et Object </a:t>
                      </a:r>
                      <a:r>
                        <a:rPr lang="fr-FR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Apllication</a:t>
                      </a:r>
                      <a:r>
                        <a:rPr lang="fr-FR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Servers…)</a:t>
                      </a:r>
                      <a:endParaRPr lang="fr-FR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rabih.tarraf@gmail.com</a:t>
            </a:r>
            <a:endParaRPr lang="fr-FR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21196"/>
            <a:ext cx="8229600" cy="828435"/>
          </a:xfrm>
          <a:solidFill>
            <a:schemeClr val="tx2"/>
          </a:solidFill>
          <a:ln w="25400" cmpd="sng">
            <a:solidFill>
              <a:schemeClr val="tx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different</a:t>
            </a:r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types of  Server 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</p:nvPr>
        </p:nvGraphicFramePr>
        <p:xfrm>
          <a:off x="467544" y="1057300"/>
          <a:ext cx="842493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904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Service :</a:t>
                      </a:r>
                      <a:r>
                        <a:rPr lang="fr-FR" sz="20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The client/server </a:t>
                      </a:r>
                      <a:r>
                        <a:rPr lang="fr-FR" sz="2000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is</a:t>
                      </a:r>
                      <a:r>
                        <a:rPr lang="fr-FR" sz="20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primarily</a:t>
                      </a:r>
                      <a:r>
                        <a:rPr lang="fr-FR" sz="20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 </a:t>
                      </a:r>
                      <a:r>
                        <a:rPr lang="fr-FR" sz="2000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relationship</a:t>
                      </a:r>
                      <a:r>
                        <a:rPr lang="fr-FR" sz="20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between</a:t>
                      </a:r>
                      <a:r>
                        <a:rPr lang="fr-FR" sz="20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process</a:t>
                      </a:r>
                      <a:r>
                        <a:rPr lang="fr-FR" sz="20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runing</a:t>
                      </a:r>
                      <a:r>
                        <a:rPr lang="fr-FR" sz="20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on </a:t>
                      </a:r>
                      <a:r>
                        <a:rPr lang="fr-FR" sz="2000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separate</a:t>
                      </a:r>
                      <a:r>
                        <a:rPr lang="fr-FR" sz="20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machines.</a:t>
                      </a:r>
                      <a:endParaRPr lang="fr-FR" sz="20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77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Shared</a:t>
                      </a:r>
                      <a:r>
                        <a:rPr lang="fr-FR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Resources</a:t>
                      </a:r>
                      <a:r>
                        <a:rPr lang="fr-FR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: </a:t>
                      </a:r>
                      <a:r>
                        <a:rPr lang="fr-FR" sz="2000" b="0" dirty="0" smtClean="0">
                          <a:latin typeface="Times New Roman" pitchFamily="18" charset="0"/>
                          <a:cs typeface="Times New Roman" pitchFamily="18" charset="0"/>
                        </a:rPr>
                        <a:t>A server </a:t>
                      </a:r>
                      <a:r>
                        <a:rPr lang="fr-FR" sz="20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can</a:t>
                      </a:r>
                      <a:r>
                        <a:rPr lang="fr-FR" sz="20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service </a:t>
                      </a:r>
                      <a:r>
                        <a:rPr lang="fr-FR" sz="20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many</a:t>
                      </a:r>
                      <a:r>
                        <a:rPr lang="fr-FR" sz="20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clients </a:t>
                      </a:r>
                      <a:r>
                        <a:rPr lang="fr-FR" sz="20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at</a:t>
                      </a:r>
                      <a:r>
                        <a:rPr lang="fr-FR" sz="20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the </a:t>
                      </a:r>
                      <a:r>
                        <a:rPr lang="fr-FR" sz="20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same</a:t>
                      </a:r>
                      <a:r>
                        <a:rPr lang="fr-FR" sz="20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time and </a:t>
                      </a:r>
                      <a:r>
                        <a:rPr lang="fr-FR" sz="20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regulate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their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access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to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shared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resources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fr-FR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77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1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Asymmetrical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1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protocols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: 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There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many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-to-one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relationship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between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the clients and the server. Clients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always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initiate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the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dialog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by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requesting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 service.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77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1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Transparency</a:t>
                      </a: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of location: 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The server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process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that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can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reside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on the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same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machine as the client or on a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different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machine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across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 network. A program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can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 client, a server, or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both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77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Mix-and-match: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The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ideal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client/server software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independent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of hardware or operating system software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platforms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 You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should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able to mix-and-match client and server </a:t>
                      </a:r>
                      <a:r>
                        <a:rPr lang="fr-FR" sz="20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platforms</a:t>
                      </a:r>
                      <a:r>
                        <a:rPr lang="fr-FR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433549"/>
            <a:ext cx="2895600" cy="304271"/>
          </a:xfrm>
        </p:spPr>
        <p:txBody>
          <a:bodyPr/>
          <a:lstStyle/>
          <a:p>
            <a:r>
              <a:rPr lang="fr-FR" dirty="0" smtClean="0"/>
              <a:t>rabih.tarraf@gmail.com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5433549"/>
            <a:ext cx="2133600" cy="304271"/>
          </a:xfrm>
        </p:spPr>
        <p:txBody>
          <a:bodyPr/>
          <a:lstStyle/>
          <a:p>
            <a:fld id="{EE3F3BEE-A826-4460-8228-E9BDBD29F2DC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435280" cy="756427"/>
          </a:xfrm>
          <a:solidFill>
            <a:schemeClr val="tx2"/>
          </a:solidFill>
          <a:ln w="25400" cmpd="sng">
            <a:solidFill>
              <a:schemeClr val="tx2">
                <a:lumMod val="75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Characteristics</a:t>
            </a:r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of the Client/Server </a:t>
            </a:r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systems</a:t>
            </a:r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5433549"/>
            <a:ext cx="2133600" cy="304271"/>
          </a:xfrm>
        </p:spPr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65212"/>
            <a:ext cx="8229600" cy="828435"/>
          </a:xfrm>
          <a:solidFill>
            <a:schemeClr val="tx2"/>
          </a:solidFill>
          <a:ln w="25400" cmpd="sng">
            <a:solidFill>
              <a:schemeClr val="tx2">
                <a:lumMod val="75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Characteristics</a:t>
            </a:r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of the Client/Server </a:t>
            </a:r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systems</a:t>
            </a:r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608500"/>
              </p:ext>
            </p:extLst>
          </p:nvPr>
        </p:nvGraphicFramePr>
        <p:xfrm>
          <a:off x="457200" y="1157828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Message-</a:t>
                      </a:r>
                      <a:r>
                        <a:rPr lang="fr-FR" b="1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based</a:t>
                      </a:r>
                      <a:r>
                        <a:rPr lang="fr-FR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exchanges:</a:t>
                      </a:r>
                      <a:r>
                        <a:rPr lang="fr-FR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Clients and servers are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loosely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coupled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systems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that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interact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through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 message-passing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mechanism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The message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is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the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delivery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mechanism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for the service </a:t>
                      </a:r>
                      <a:r>
                        <a:rPr lang="fr-FR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request</a:t>
                      </a:r>
                      <a:r>
                        <a:rPr lang="fr-FR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and replies.</a:t>
                      </a:r>
                      <a:endParaRPr lang="fr-FR" b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="1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Integrity</a:t>
                      </a:r>
                      <a:r>
                        <a:rPr lang="fr-FR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: 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The server code and server data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is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centrally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managed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wich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results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cheaper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maintenance and the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guarding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of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shared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data </a:t>
                      </a:r>
                      <a:r>
                        <a:rPr lang="fr-FR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integrity</a:t>
                      </a:r>
                      <a:r>
                        <a:rPr lang="fr-FR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Client/server systems can be scaled horizontally or vertically. Horizontal scaling means adding or removing client workstations while keeping </a:t>
                      </a:r>
                      <a:r>
                        <a:rPr lang="en-US" sz="1800" b="0" i="0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high standard of performance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Vertical scaling means migrating to a larger and faster server machine or a multi server.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</p:nvPr>
        </p:nvGraphicFramePr>
        <p:xfrm>
          <a:off x="467544" y="1273325"/>
          <a:ext cx="8208912" cy="4113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423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Advantages</a:t>
                      </a:r>
                      <a:r>
                        <a:rPr lang="fr-FR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fr-FR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3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System</a:t>
                      </a:r>
                      <a:r>
                        <a:rPr lang="fr-FR" sz="18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administration (</a:t>
                      </a:r>
                      <a:r>
                        <a:rPr lang="fr-FR" sz="18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centralized</a:t>
                      </a:r>
                      <a:r>
                        <a:rPr lang="fr-FR" sz="18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management).</a:t>
                      </a:r>
                      <a:endParaRPr lang="fr-FR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3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Location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independence</a:t>
                      </a: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of data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processing</a:t>
                      </a: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883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Integrated</a:t>
                      </a:r>
                      <a:r>
                        <a:rPr lang="fr-FR" sz="18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services </a:t>
                      </a:r>
                      <a:endParaRPr lang="fr-FR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883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Performance and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reduced</a:t>
                      </a: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workload</a:t>
                      </a:r>
                      <a:endParaRPr lang="fr-FR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883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Workstation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independence</a:t>
                      </a:r>
                      <a:endParaRPr lang="fr-FR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883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System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interoprability</a:t>
                      </a:r>
                      <a:r>
                        <a:rPr lang="fr-FR" sz="18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fr-FR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883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Data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integrity</a:t>
                      </a: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, Data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accessibility</a:t>
                      </a: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fr-FR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883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Sharing</a:t>
                      </a:r>
                      <a:r>
                        <a:rPr lang="fr-FR" sz="18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ressources </a:t>
                      </a:r>
                      <a:r>
                        <a:rPr lang="fr-FR" sz="18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among</a:t>
                      </a:r>
                      <a:r>
                        <a:rPr lang="fr-FR" sz="18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diverse </a:t>
                      </a:r>
                      <a:r>
                        <a:rPr lang="fr-FR" sz="18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platforms</a:t>
                      </a:r>
                      <a:endParaRPr lang="fr-FR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883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Reduced</a:t>
                      </a:r>
                      <a:r>
                        <a:rPr lang="fr-FR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operating, hardware and communication </a:t>
                      </a:r>
                      <a:r>
                        <a:rPr lang="fr-FR" sz="18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costs</a:t>
                      </a:r>
                      <a:endParaRPr lang="fr-FR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433549"/>
            <a:ext cx="2895600" cy="304271"/>
          </a:xfrm>
        </p:spPr>
        <p:txBody>
          <a:bodyPr/>
          <a:lstStyle/>
          <a:p>
            <a:r>
              <a:rPr lang="fr-FR" dirty="0" smtClean="0"/>
              <a:t>rabih.tarraf@gmail.com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828435"/>
          </a:xfrm>
          <a:solidFill>
            <a:schemeClr val="tx2"/>
          </a:solidFill>
          <a:ln w="25400" cmpd="sng">
            <a:solidFill>
              <a:schemeClr val="tx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Client/Server - </a:t>
            </a:r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Advantages</a:t>
            </a:r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7382633"/>
              </p:ext>
            </p:extLst>
          </p:nvPr>
        </p:nvGraphicFramePr>
        <p:xfrm>
          <a:off x="467544" y="1243641"/>
          <a:ext cx="8219256" cy="1616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630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b="0" dirty="0" smtClean="0"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If too many customers want to communicate with the server at the same time, it </a:t>
                      </a:r>
                    </a:p>
                    <a:p>
                      <a:pPr>
                        <a:buFont typeface="Wingdings" pitchFamily="2" charset="2"/>
                        <a:buNone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     may not support the load.</a:t>
                      </a:r>
                      <a:endParaRPr lang="fr-FR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06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b="0" dirty="0" smtClean="0"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If the server is not available, customers no longer does.</a:t>
                      </a:r>
                      <a:endParaRPr lang="fr-FR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45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dirty="0" smtClean="0"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Costs of implementation, maintenance,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hardware,  Training, Software 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are high.</a:t>
                      </a:r>
                      <a:endParaRPr lang="fr-FR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433549"/>
            <a:ext cx="2895600" cy="304271"/>
          </a:xfrm>
        </p:spPr>
        <p:txBody>
          <a:bodyPr/>
          <a:lstStyle/>
          <a:p>
            <a:r>
              <a:rPr lang="fr-FR" dirty="0" smtClean="0"/>
              <a:t>rabih.tarraf@gmail.com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828435"/>
          </a:xfrm>
          <a:solidFill>
            <a:schemeClr val="tx2"/>
          </a:solidFill>
          <a:ln w="25400" cmpd="sng">
            <a:solidFill>
              <a:schemeClr val="tx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Disadvantages</a:t>
            </a:r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467544" y="1496556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The main </a:t>
                      </a:r>
                      <a:r>
                        <a:rPr lang="fr-FR" sz="20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operations</a:t>
                      </a:r>
                      <a:r>
                        <a:rPr lang="fr-FR" sz="20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 of the client</a:t>
                      </a:r>
                      <a:r>
                        <a:rPr lang="fr-FR" sz="2000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 system are  </a:t>
                      </a:r>
                      <a:r>
                        <a:rPr lang="fr-FR" sz="2000" baseline="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listed</a:t>
                      </a:r>
                      <a:r>
                        <a:rPr lang="fr-FR" sz="2000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below</a:t>
                      </a:r>
                      <a:r>
                        <a:rPr lang="fr-FR" sz="2000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:</a:t>
                      </a:r>
                      <a:endParaRPr lang="en-US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Managing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the user interface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Accepts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checks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the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syntax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of user inputs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Process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application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logic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Generates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request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transmits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to server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Passes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back to server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  <a:ln w="25400" cmpd="sng">
            <a:solidFill>
              <a:schemeClr val="tx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Client / Server </a:t>
            </a:r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467544" y="1496556"/>
          <a:ext cx="8229600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The main </a:t>
                      </a:r>
                      <a:r>
                        <a:rPr lang="fr-FR" sz="20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operations</a:t>
                      </a:r>
                      <a:r>
                        <a:rPr lang="fr-FR" sz="20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 of the server</a:t>
                      </a:r>
                      <a:r>
                        <a:rPr lang="fr-FR" sz="2000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 system are  </a:t>
                      </a:r>
                      <a:r>
                        <a:rPr lang="fr-FR" sz="2000" baseline="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listed</a:t>
                      </a:r>
                      <a:r>
                        <a:rPr lang="fr-FR" sz="2000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below</a:t>
                      </a:r>
                      <a:r>
                        <a:rPr lang="fr-FR" sz="2000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:</a:t>
                      </a:r>
                      <a:endParaRPr lang="en-US" sz="2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Accepts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processes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requests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from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client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Checks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autorisation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Ensures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that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integrity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constraints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are not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violated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Performs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query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/update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processing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transmits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responses</a:t>
                      </a:r>
                      <a:r>
                        <a:rPr lang="fr-FR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to client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Maintains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system catalogue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Provide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concurrent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access</a:t>
                      </a:r>
                      <a:endParaRPr lang="fr-FR" sz="20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Provides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recovery</a:t>
                      </a:r>
                      <a:r>
                        <a:rPr lang="fr-FR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control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  <a:ln w="25400" cmpd="sng">
            <a:solidFill>
              <a:schemeClr val="tx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Client / Server </a:t>
            </a:r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8865"/>
            <a:ext cx="8219256" cy="952500"/>
          </a:xfrm>
          <a:solidFill>
            <a:schemeClr val="tx2"/>
          </a:solidFill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Classification of Client/Server </a:t>
            </a:r>
            <a:r>
              <a:rPr lang="fr-FR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systems</a:t>
            </a:r>
            <a:endParaRPr lang="fr-F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01207"/>
              </p:ext>
            </p:extLst>
          </p:nvPr>
        </p:nvGraphicFramePr>
        <p:xfrm>
          <a:off x="457200" y="1333500"/>
          <a:ext cx="8229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There are </a:t>
                      </a:r>
                      <a:r>
                        <a:rPr lang="fr-FR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different</a:t>
                      </a:r>
                      <a:r>
                        <a:rPr lang="fr-FR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types of Client/Server </a:t>
                      </a:r>
                      <a:r>
                        <a:rPr lang="fr-FR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systems</a:t>
                      </a:r>
                      <a:r>
                        <a:rPr lang="fr-FR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in existence:</a:t>
                      </a:r>
                      <a:endParaRPr lang="fr-FR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Two</a:t>
                      </a:r>
                      <a:r>
                        <a:rPr lang="fr-FR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fr-FR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tier</a:t>
                      </a:r>
                      <a:r>
                        <a:rPr lang="fr-FR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Client/Server Model</a:t>
                      </a:r>
                      <a:endParaRPr lang="fr-FR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fr-FR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fr-FR" sz="2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Three</a:t>
                      </a:r>
                      <a:r>
                        <a:rPr lang="fr-FR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fr-FR" sz="2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tier</a:t>
                      </a:r>
                      <a:r>
                        <a:rPr lang="fr-FR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Client/Server Model</a:t>
                      </a:r>
                      <a:endParaRPr lang="fr-FR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4426004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25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8713" y="261938"/>
            <a:ext cx="6886575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49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26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8713" y="266700"/>
            <a:ext cx="6886575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165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27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9663" y="252413"/>
            <a:ext cx="6924675" cy="521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835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28</a:t>
            </a:fld>
            <a:endParaRPr lang="fr-F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8713" y="266700"/>
            <a:ext cx="6886575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4900" y="257175"/>
            <a:ext cx="6934200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604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29</a:t>
            </a:fld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9188" y="252413"/>
            <a:ext cx="6905625" cy="521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88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30</a:t>
            </a:fld>
            <a:endParaRPr lang="fr-FR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5375" y="261938"/>
            <a:ext cx="695325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364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31</a:t>
            </a:fld>
            <a:endParaRPr lang="fr-F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0138" y="257175"/>
            <a:ext cx="6943725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779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Client/Server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rabih.tarraf@gmail.com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32</a:t>
            </a:fld>
            <a:endParaRPr lang="fr-F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4900" y="233363"/>
            <a:ext cx="69342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555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3BEE-A826-4460-8228-E9BDBD29F2DC}" type="slidenum">
              <a:rPr lang="fr-FR" smtClean="0"/>
              <a:pPr/>
              <a:t>33</a:t>
            </a:fld>
            <a:endParaRPr lang="fr-F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5375" y="252413"/>
            <a:ext cx="6953250" cy="521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271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Proverb of the 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“When planning for a </a:t>
            </a:r>
            <a:r>
              <a:rPr lang="en-US" u="sng" dirty="0"/>
              <a:t>year</a:t>
            </a:r>
            <a:r>
              <a:rPr lang="en-US" dirty="0"/>
              <a:t>, </a:t>
            </a:r>
            <a:r>
              <a:rPr lang="en-US" i="1" dirty="0"/>
              <a:t>plant corn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When </a:t>
            </a:r>
            <a:r>
              <a:rPr lang="en-US" dirty="0"/>
              <a:t>planning for a </a:t>
            </a:r>
            <a:r>
              <a:rPr lang="en-US" u="sng" dirty="0"/>
              <a:t>decade</a:t>
            </a:r>
            <a:r>
              <a:rPr lang="en-US" dirty="0"/>
              <a:t>, </a:t>
            </a:r>
            <a:r>
              <a:rPr lang="en-US" i="1" dirty="0"/>
              <a:t>plant trees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When planning for </a:t>
            </a:r>
            <a:r>
              <a:rPr lang="en-US" u="sng" dirty="0"/>
              <a:t>life</a:t>
            </a:r>
            <a:r>
              <a:rPr lang="en-US" dirty="0"/>
              <a:t>, </a:t>
            </a:r>
            <a:r>
              <a:rPr lang="en-US" i="1" dirty="0"/>
              <a:t>train and educate </a:t>
            </a:r>
            <a:r>
              <a:rPr lang="en-US" i="1"/>
              <a:t>people</a:t>
            </a:r>
            <a:r>
              <a:rPr lang="en-US" i="1" smtClean="0"/>
              <a:t>.”</a:t>
            </a: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342163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8175</TotalTime>
  <Words>1462</Words>
  <Application>Microsoft Office PowerPoint</Application>
  <PresentationFormat>On-screen Show (16:10)</PresentationFormat>
  <Paragraphs>271</Paragraphs>
  <Slides>34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Comic Sans MS</vt:lpstr>
      <vt:lpstr>Times New Roman</vt:lpstr>
      <vt:lpstr>Wingdings</vt:lpstr>
      <vt:lpstr>Office Theme</vt:lpstr>
      <vt:lpstr>Clip</vt:lpstr>
      <vt:lpstr>PowerPoint Presentation</vt:lpstr>
      <vt:lpstr>Protocol “Layers”</vt:lpstr>
      <vt:lpstr>Why layering?</vt:lpstr>
      <vt:lpstr>Internet protocol stack</vt:lpstr>
      <vt:lpstr>The objective of this course</vt:lpstr>
      <vt:lpstr>  General plan </vt:lpstr>
      <vt:lpstr>I - General  introduction</vt:lpstr>
      <vt:lpstr>II – Distributed programming </vt:lpstr>
      <vt:lpstr> III- Client/Server applications on the Internet   </vt:lpstr>
      <vt:lpstr>Application architectures</vt:lpstr>
      <vt:lpstr>Some network apps</vt:lpstr>
      <vt:lpstr>Client-server architecture</vt:lpstr>
      <vt:lpstr>Pure P2P architecture</vt:lpstr>
      <vt:lpstr>Hybrid of client-server and P2P</vt:lpstr>
      <vt:lpstr>Client/Sever</vt:lpstr>
      <vt:lpstr>Client / Server ?</vt:lpstr>
      <vt:lpstr>The different types of  Server </vt:lpstr>
      <vt:lpstr>Characteristics of the Client/Server systems </vt:lpstr>
      <vt:lpstr>Characteristics of the Client/Server systems </vt:lpstr>
      <vt:lpstr> Client/Server - Advantages </vt:lpstr>
      <vt:lpstr>Disadvantages </vt:lpstr>
      <vt:lpstr>Client / Server functions </vt:lpstr>
      <vt:lpstr>Client / Server functions </vt:lpstr>
      <vt:lpstr>Classification of Client/Server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Proverb of the 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Rabih</dc:creator>
  <cp:lastModifiedBy>admin</cp:lastModifiedBy>
  <cp:revision>710</cp:revision>
  <dcterms:created xsi:type="dcterms:W3CDTF">2012-09-21T22:43:52Z</dcterms:created>
  <dcterms:modified xsi:type="dcterms:W3CDTF">2023-06-09T08:02:51Z</dcterms:modified>
</cp:coreProperties>
</file>